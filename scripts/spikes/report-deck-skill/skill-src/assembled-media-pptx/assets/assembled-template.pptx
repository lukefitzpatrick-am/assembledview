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hartEx4.xml" ContentType="application/vnd.ms-office.chartex+xml"/>
  <Override PartName="/ppt/charts/chartEx5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5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4021" r:id="rId5"/>
    <p:sldMasterId id="2147484044" r:id="rId6"/>
    <p:sldMasterId id="2147483660" r:id="rId7"/>
    <p:sldMasterId id="2147483750" r:id="rId8"/>
  </p:sldMasterIdLst>
  <p:notesMasterIdLst>
    <p:notesMasterId r:id="rId126"/>
  </p:notesMasterIdLst>
  <p:sldIdLst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7" r:id="rId20"/>
    <p:sldId id="378" r:id="rId21"/>
    <p:sldId id="380" r:id="rId22"/>
    <p:sldId id="278" r:id="rId23"/>
    <p:sldId id="279" r:id="rId24"/>
    <p:sldId id="280" r:id="rId25"/>
    <p:sldId id="379" r:id="rId26"/>
    <p:sldId id="274" r:id="rId27"/>
    <p:sldId id="275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65" r:id="rId53"/>
    <p:sldId id="366" r:id="rId54"/>
    <p:sldId id="367" r:id="rId55"/>
    <p:sldId id="368" r:id="rId56"/>
    <p:sldId id="371" r:id="rId57"/>
    <p:sldId id="372" r:id="rId58"/>
    <p:sldId id="376" r:id="rId59"/>
    <p:sldId id="377" r:id="rId60"/>
    <p:sldId id="375" r:id="rId61"/>
    <p:sldId id="381" r:id="rId62"/>
    <p:sldId id="382" r:id="rId63"/>
    <p:sldId id="383" r:id="rId64"/>
    <p:sldId id="293" r:id="rId65"/>
    <p:sldId id="294" r:id="rId66"/>
    <p:sldId id="295" r:id="rId67"/>
    <p:sldId id="296" r:id="rId68"/>
    <p:sldId id="297" r:id="rId69"/>
    <p:sldId id="298" r:id="rId70"/>
    <p:sldId id="299" r:id="rId71"/>
    <p:sldId id="300" r:id="rId72"/>
    <p:sldId id="301" r:id="rId73"/>
    <p:sldId id="302" r:id="rId74"/>
    <p:sldId id="315" r:id="rId75"/>
    <p:sldId id="316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 Slides" id="{63EF1BA2-1E26-4F0C-BB2B-E57780E44FB3}">
          <p14:sldIdLst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7"/>
            <p14:sldId id="378"/>
            <p14:sldId id="380"/>
            <p14:sldId id="278"/>
            <p14:sldId id="279"/>
            <p14:sldId id="280"/>
            <p14:sldId id="379"/>
            <p14:sldId id="274"/>
            <p14:sldId id="275"/>
          </p14:sldIdLst>
        </p14:section>
        <p14:section name="Brief Responses and Post Reports" id="{21C9BB14-CAF6-4CD7-B947-D9E36154B622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5"/>
            <p14:sldId id="366"/>
            <p14:sldId id="367"/>
            <p14:sldId id="368"/>
            <p14:sldId id="371"/>
            <p14:sldId id="372"/>
            <p14:sldId id="376"/>
            <p14:sldId id="377"/>
            <p14:sldId id="375"/>
            <p14:sldId id="381"/>
            <p14:sldId id="382"/>
            <p14:sldId id="383"/>
          </p14:sldIdLst>
        </p14:section>
        <p14:section name="Presenting Data" id="{AFE69C38-D763-4B07-8021-C194764E20DB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Case Studies" id="{30E15267-FFA8-4392-B8F8-546C3BD3439A}">
          <p14:sldIdLst>
            <p14:sldId id="315"/>
            <p14:sldId id="316"/>
          </p14:sldIdLst>
        </p14:section>
        <p14:section name="Social Slides" id="{C0743567-7719-4A8B-8F53-A69B8FBA74FB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Helpful Details" id="{ED71F97D-9159-4817-B843-9F8BA8C5C1CC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FC3"/>
    <a:srgbClr val="B5D337"/>
    <a:srgbClr val="008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397D-19BF-4B33-A576-2BBD0E28C5D5}" v="2308" dt="2025-07-18T06:11:10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843"/>
    </p:cViewPr>
  </p:sorter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Relationship Id="rId131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Ex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Ex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_rels/chartEx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5-4FEB-B2BB-1D5BBB93AD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95-4FEB-B2BB-1D5BBB93AD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95-4FEB-B2BB-1D5BBB93A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8777200"/>
        <c:axId val="1118773840"/>
      </c:barChart>
      <c:catAx>
        <c:axId val="111877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8773840"/>
        <c:crosses val="autoZero"/>
        <c:auto val="1"/>
        <c:lblAlgn val="ctr"/>
        <c:lblOffset val="100"/>
        <c:noMultiLvlLbl val="0"/>
      </c:catAx>
      <c:valAx>
        <c:axId val="111877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877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B9-43DC-BF6F-2D424914DD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B9-43DC-BF6F-2D424914DD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B9-43DC-BF6F-2D424914D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29585040"/>
        <c:axId val="1929598000"/>
      </c:lineChart>
      <c:catAx>
        <c:axId val="192958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9598000"/>
        <c:crosses val="autoZero"/>
        <c:auto val="1"/>
        <c:lblAlgn val="ctr"/>
        <c:lblOffset val="100"/>
        <c:noMultiLvlLbl val="0"/>
      </c:catAx>
      <c:valAx>
        <c:axId val="1929598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958504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A9-4210-908C-4FA308DD8A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A9-4210-908C-4FA308DD8A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A9-4210-908C-4FA308DD8A0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A9-4210-908C-4FA308DD8A0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0D-4A8F-B74B-E3DB21B21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0-4F78-912C-624C411CA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C0-4F78-912C-624C411CA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C0-4F78-912C-624C411CA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96531712"/>
        <c:axId val="1696523552"/>
      </c:barChart>
      <c:catAx>
        <c:axId val="1696531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6523552"/>
        <c:crosses val="autoZero"/>
        <c:auto val="1"/>
        <c:lblAlgn val="ctr"/>
        <c:lblOffset val="100"/>
        <c:noMultiLvlLbl val="0"/>
      </c:catAx>
      <c:valAx>
        <c:axId val="169652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6531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58-4430-8795-0E8C501A8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58-4430-8795-0E8C501A8F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58-4430-8795-0E8C501A8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130720"/>
        <c:axId val="1295137920"/>
      </c:barChart>
      <c:catAx>
        <c:axId val="1295130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137920"/>
        <c:crosses val="autoZero"/>
        <c:auto val="1"/>
        <c:lblAlgn val="ctr"/>
        <c:lblOffset val="100"/>
        <c:noMultiLvlLbl val="0"/>
      </c:catAx>
      <c:valAx>
        <c:axId val="129513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130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C-43AE-8C09-64421F84C1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C-43AE-8C09-64421F84C1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C-43AE-8C09-64421F84C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5662880"/>
        <c:axId val="1075655680"/>
      </c:barChart>
      <c:catAx>
        <c:axId val="107566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655680"/>
        <c:crosses val="autoZero"/>
        <c:auto val="1"/>
        <c:lblAlgn val="ctr"/>
        <c:lblOffset val="100"/>
        <c:noMultiLvlLbl val="0"/>
      </c:catAx>
      <c:valAx>
        <c:axId val="107565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6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D-4918-BC6B-AC2F506690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D-4918-BC6B-AC2F506690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7379408"/>
        <c:axId val="1697377488"/>
      </c:radarChart>
      <c:catAx>
        <c:axId val="169737940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7377488"/>
        <c:crosses val="autoZero"/>
        <c:auto val="1"/>
        <c:lblAlgn val="ctr"/>
        <c:lblOffset val="100"/>
        <c:noMultiLvlLbl val="0"/>
      </c:catAx>
      <c:valAx>
        <c:axId val="1697377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737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25-4BEE-A6D8-A1B1DEE8A1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25-4BEE-A6D8-A1B1DEE8A1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25-4BEE-A6D8-A1B1DEE8A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3919008"/>
        <c:axId val="1933910368"/>
      </c:lineChart>
      <c:catAx>
        <c:axId val="193391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3910368"/>
        <c:crosses val="autoZero"/>
        <c:auto val="1"/>
        <c:lblAlgn val="ctr"/>
        <c:lblOffset val="100"/>
        <c:noMultiLvlLbl val="0"/>
      </c:catAx>
      <c:valAx>
        <c:axId val="1933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391900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42-4FC7-801E-18F91BCA19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42-4FC7-801E-18F91BCA19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42-4FC7-801E-18F91BCA1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13579024"/>
        <c:axId val="1113576624"/>
      </c:barChart>
      <c:catAx>
        <c:axId val="1113579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576624"/>
        <c:crosses val="autoZero"/>
        <c:auto val="1"/>
        <c:lblAlgn val="ctr"/>
        <c:lblOffset val="100"/>
        <c:noMultiLvlLbl val="0"/>
      </c:catAx>
      <c:valAx>
        <c:axId val="1113576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579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7">Leaf 8</cx:pt>
          <cx:pt idx="9">Leaf 10</cx:pt>
          <cx:pt idx="10">Leaf 11</cx:pt>
          <cx:pt idx="11">Leaf 12</cx:pt>
          <cx:pt idx="12">Leaf 13</cx:pt>
          <cx:pt idx="13">Leaf 14</cx:pt>
          <cx:pt idx="14">Leaf 15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AE2168BF-EDB4-48D9-AB87-B1308B41D943}">
          <cx:tx>
            <cx:txData>
              <cx:f>Sheet1!$D$1</cx:f>
              <cx:v>Series1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5">Leaf 6</cx:pt>
          <cx:pt idx="6">Leaf 7</cx:pt>
          <cx:pt idx="7">Leaf 8</cx:pt>
          <cx:pt idx="8">Leaf 9</cx:pt>
          <cx:pt idx="9">Leaf 10</cx:pt>
          <cx:pt idx="10">Leaf 11</cx:pt>
          <cx:pt idx="11">Leaf 12</cx:pt>
          <cx:pt idx="12">Leaf 13</cx:pt>
          <cx:pt idx="13">Leaf 14</cx:pt>
          <cx:pt idx="14">Leaf 15</cx:pt>
          <cx:pt idx="15">Leaf 16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Stem 2</cx:pt>
          <cx:pt idx="6">Stem 2</cx:pt>
          <cx:pt idx="7">Stem 3</cx:pt>
          <cx:pt idx="8">Stem 3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Stem 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>
      <cx:tx>
        <cx:txData>
          <cx:v>Chart Title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bg1"/>
              </a:solidFill>
            </a:defRPr>
          </a:pPr>
          <a:r>
            <a:rPr lang="en-US" sz="1862" b="0" i="0" u="none" strike="noStrike" baseline="0">
              <a:solidFill>
                <a:schemeClr val="bg1"/>
              </a:solidFill>
              <a:latin typeface="Rethink Sans"/>
            </a:rPr>
            <a:t>Chart Title</a:t>
          </a:r>
        </a:p>
      </cx:txPr>
    </cx:title>
    <cx:plotArea>
      <cx:plotAreaRegion>
        <cx:series layoutId="treemap" uniqueId="{50F2CE8E-3756-4F19-A3C6-CA587A86636F}">
          <cx:tx>
            <cx:txData>
              <cx:f>Sheet1!$D$1</cx:f>
              <cx:v>Series1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bg1"/>
              </a:solidFill>
            </a:defRPr>
          </a:pPr>
          <a:endParaRPr lang="en-US" sz="1197" b="0" i="0" u="none" strike="noStrike" baseline="0">
            <a:solidFill>
              <a:schemeClr val="bg1"/>
            </a:solidFill>
            <a:latin typeface="Rethink Sans"/>
          </a:endParaRPr>
        </a:p>
      </cx:txPr>
    </cx:legend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Category 1</cx:pt>
          <cx:pt idx="1">Category 2</cx:pt>
          <cx:pt idx="2">Category 3</cx:pt>
          <cx:pt idx="3">Category 4</cx:pt>
          <cx:pt idx="4">Category 5</cx:pt>
        </cx:lvl>
      </cx:strDim>
      <cx:numDim type="val">
        <cx:f>Sheet1!$B$2:$B$6</cx:f>
        <cx:lvl ptCount="5" formatCode="General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>
      <cx:tx>
        <cx:txData>
          <cx:v>Chart Title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bg1"/>
              </a:solidFill>
            </a:defRPr>
          </a:pPr>
          <a:r>
            <a:rPr lang="en-US" sz="1862" b="0" i="0" u="none" strike="noStrike" baseline="0">
              <a:solidFill>
                <a:schemeClr val="bg1"/>
              </a:solidFill>
              <a:latin typeface="Rethink Sans"/>
            </a:rPr>
            <a:t>Chart Title</a:t>
          </a:r>
        </a:p>
      </cx:txPr>
    </cx:title>
    <cx:plotArea>
      <cx:plotAreaRegion>
        <cx:series layoutId="funnel" uniqueId="{853570C4-CB09-4E53-862C-E0E839933FCD}">
          <cx:tx>
            <cx:txData>
              <cx:f>Sheet1!$B$1</cx:f>
              <cx:v>Series1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bg1"/>
                    </a:solidFill>
                  </a:defRPr>
                </a:pPr>
                <a:endParaRPr lang="en-US" sz="1197" b="0" i="0" u="none" strike="noStrike" baseline="0">
                  <a:solidFill>
                    <a:schemeClr val="bg1"/>
                  </a:solidFill>
                  <a:latin typeface="Rethink Sans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Rethink Sans"/>
            </a:endParaRPr>
          </a:p>
        </cx:txPr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Category 1</cx:pt>
          <cx:pt idx="1">Category 2</cx:pt>
          <cx:pt idx="2">Category 3</cx:pt>
          <cx:pt idx="3">Category 4</cx:pt>
          <cx:pt idx="4">Category 5</cx:pt>
        </cx:lvl>
      </cx:strDim>
      <cx:numDim type="val">
        <cx:f>Sheet1!$B$2:$B$6</cx:f>
        <cx:lvl ptCount="5" formatCode="General">
          <cx:pt idx="0">5000</cx:pt>
          <cx:pt idx="1">4000</cx:pt>
          <cx:pt idx="2">3000</cx:pt>
          <cx:pt idx="3">1000</cx:pt>
          <cx:pt idx="4">250</cx:pt>
        </cx:lvl>
      </cx:numDim>
    </cx:data>
  </cx:chartData>
  <cx:chart>
    <cx:title pos="t" align="ctr" overlay="0">
      <cx:tx>
        <cx:txData>
          <cx:v>Chart Title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solidFill>
                <a:schemeClr val="bg1"/>
              </a:solidFill>
            </a:defRPr>
          </a:pPr>
          <a:r>
            <a:rPr lang="en-US" sz="1862" b="0" i="0" u="none" strike="noStrike" baseline="0">
              <a:solidFill>
                <a:schemeClr val="bg1"/>
              </a:solidFill>
              <a:latin typeface="Rethink Sans"/>
            </a:rPr>
            <a:t>Chart Title</a:t>
          </a:r>
        </a:p>
      </cx:txPr>
    </cx:title>
    <cx:plotArea>
      <cx:plotAreaRegion>
        <cx:series layoutId="funnel" uniqueId="{908334D0-F21A-456A-B76B-181EA03B3B86}">
          <cx:tx>
            <cx:txData>
              <cx:f>Sheet1!$B$1</cx:f>
              <cx:v>Series1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bg1"/>
                    </a:solidFill>
                  </a:defRPr>
                </a:pPr>
                <a:endParaRPr lang="en-US" sz="1197" b="0" i="0" u="none" strike="noStrike" baseline="0">
                  <a:solidFill>
                    <a:schemeClr val="bg1"/>
                  </a:solidFill>
                  <a:latin typeface="Rethink Sans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Rethink Sans"/>
            </a:endParaRPr>
          </a:p>
        </cx:txPr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7">Leaf 8</cx:pt>
          <cx:pt idx="9">Leaf 10</cx:pt>
          <cx:pt idx="10">Leaf 11</cx:pt>
          <cx:pt idx="11">Leaf 12</cx:pt>
          <cx:pt idx="12">Leaf 13</cx:pt>
          <cx:pt idx="13">Leaf 14</cx:pt>
          <cx:pt idx="14">Leaf 15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title pos="t" align="ctr" overlay="0"/>
    <cx:plotArea>
      <cx:plotAreaRegion>
        <cx:series layoutId="sunburst" uniqueId="{D350EE77-57D4-409B-B6A1-47AE758AB35E}">
          <cx:tx>
            <cx:txData>
              <cx:f>Sheet1!$D$1</cx:f>
              <cx:v>Series1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406CC-B05A-4879-B45B-2A43F4A7FC5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9EB9D-C545-449D-83B1-253CF994EE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343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microsoft.com/office/2007/relationships/hdphoto" Target="../media/hdphoto3.wdp"/><Relationship Id="rId5" Type="http://schemas.openxmlformats.org/officeDocument/2006/relationships/image" Target="../media/image11.png"/><Relationship Id="rId6" Type="http://schemas.microsoft.com/office/2007/relationships/hdphoto" Target="../media/hdphoto4.wdp"/><Relationship Id="rId7" Type="http://schemas.openxmlformats.org/officeDocument/2006/relationships/image" Target="../media/image12.png"/><Relationship Id="rId8" Type="http://schemas.microsoft.com/office/2007/relationships/hdphoto" Target="../media/hdphoto5.wdp"/><Relationship Id="rId9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image" Target="../media/image19.png"/><Relationship Id="rId10" Type="http://schemas.openxmlformats.org/officeDocument/2006/relationships/image" Target="../media/image20.sv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image" Target="../media/image19.png"/><Relationship Id="rId10" Type="http://schemas.openxmlformats.org/officeDocument/2006/relationships/image" Target="../media/image20.svg"/><Relationship Id="rId11" Type="http://schemas.openxmlformats.org/officeDocument/2006/relationships/image" Target="../media/image26.png"/><Relationship Id="rId12" Type="http://schemas.openxmlformats.org/officeDocument/2006/relationships/image" Target="../media/image27.svg"/><Relationship Id="rId13" Type="http://schemas.openxmlformats.org/officeDocument/2006/relationships/image" Target="../media/image28.png"/><Relationship Id="rId14" Type="http://schemas.openxmlformats.org/officeDocument/2006/relationships/image" Target="../media/image29.svg"/><Relationship Id="rId15" Type="http://schemas.openxmlformats.org/officeDocument/2006/relationships/image" Target="../media/image30.png"/><Relationship Id="rId16" Type="http://schemas.openxmlformats.org/officeDocument/2006/relationships/image" Target="../media/image31.svg"/><Relationship Id="rId17" Type="http://schemas.openxmlformats.org/officeDocument/2006/relationships/image" Target="../media/image32.png"/><Relationship Id="rId18" Type="http://schemas.openxmlformats.org/officeDocument/2006/relationships/image" Target="../media/image33.svg"/><Relationship Id="rId19" Type="http://schemas.openxmlformats.org/officeDocument/2006/relationships/image" Target="../media/image34.png"/><Relationship Id="rId20" Type="http://schemas.openxmlformats.org/officeDocument/2006/relationships/image" Target="../media/image35.svg"/><Relationship Id="rId21" Type="http://schemas.openxmlformats.org/officeDocument/2006/relationships/image" Target="../media/image36.png"/><Relationship Id="rId22" Type="http://schemas.openxmlformats.org/officeDocument/2006/relationships/image" Target="../media/image37.svg"/><Relationship Id="rId23" Type="http://schemas.openxmlformats.org/officeDocument/2006/relationships/image" Target="../media/image38.png"/><Relationship Id="rId24" Type="http://schemas.openxmlformats.org/officeDocument/2006/relationships/image" Target="../media/image39.svg"/><Relationship Id="rId25" Type="http://schemas.openxmlformats.org/officeDocument/2006/relationships/image" Target="../media/image40.png"/><Relationship Id="rId26" Type="http://schemas.openxmlformats.org/officeDocument/2006/relationships/image" Target="../media/image41.sv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3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44.png"/><Relationship Id="rId5" Type="http://schemas.openxmlformats.org/officeDocument/2006/relationships/image" Target="../media/image3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7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3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4.png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7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4.png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3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6.png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5" Type="http://schemas.openxmlformats.org/officeDocument/2006/relationships/image" Target="../media/image7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3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7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9.png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5" Type="http://schemas.openxmlformats.org/officeDocument/2006/relationships/image" Target="../media/image3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7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6.png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5" Type="http://schemas.openxmlformats.org/officeDocument/2006/relationships/image" Target="../media/image3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42.png"/><Relationship Id="rId5" Type="http://schemas.openxmlformats.org/officeDocument/2006/relationships/image" Target="../media/image53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Relationship Id="rId5" Type="http://schemas.openxmlformats.org/officeDocument/2006/relationships/image" Target="../media/image3.png"/><Relationship Id="rId6" Type="http://schemas.openxmlformats.org/officeDocument/2006/relationships/image" Target="../media/image56.png"/><Relationship Id="rId7" Type="http://schemas.openxmlformats.org/officeDocument/2006/relationships/image" Target="../media/image57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7.png"/><Relationship Id="rId6" Type="http://schemas.openxmlformats.org/officeDocument/2006/relationships/image" Target="../media/image56.png"/><Relationship Id="rId7" Type="http://schemas.openxmlformats.org/officeDocument/2006/relationships/image" Target="../media/image57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9.png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3.png"/><Relationship Id="rId6" Type="http://schemas.openxmlformats.org/officeDocument/2006/relationships/image" Target="../media/image56.png"/><Relationship Id="rId7" Type="http://schemas.openxmlformats.org/officeDocument/2006/relationships/image" Target="../media/image57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Relationship Id="rId5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53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3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Mark.mp4" descr="Logo Mark.mp4">
            <a:extLst>
              <a:ext uri="{FF2B5EF4-FFF2-40B4-BE49-F238E27FC236}">
                <a16:creationId xmlns:a16="http://schemas.microsoft.com/office/drawing/2014/main" id="{8D60EF9D-0B0C-CFD0-9D5D-AEB1D85FD9B5}"/>
              </a:ext>
            </a:extLst>
          </p:cNvPr>
          <p:cNvPicPr>
            <a:picLocks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4825" y="2846672"/>
            <a:ext cx="1344217" cy="1344217"/>
          </a:xfrm>
          <a:prstGeom prst="roundRect">
            <a:avLst/>
          </a:prstGeom>
          <a:ln w="12700">
            <a:miter lim="400000"/>
          </a:ln>
          <a:effectLst>
            <a:softEdge rad="91694"/>
          </a:effec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7525AC5-3E03-FA24-A415-DCAFA0D18BCD}"/>
              </a:ext>
            </a:extLst>
          </p:cNvPr>
          <p:cNvSpPr/>
          <p:nvPr userDrawn="1"/>
        </p:nvSpPr>
        <p:spPr>
          <a:xfrm>
            <a:off x="3940233" y="3313185"/>
            <a:ext cx="3510434" cy="411191"/>
          </a:xfrm>
          <a:custGeom>
            <a:avLst/>
            <a:gdLst>
              <a:gd name="connsiteX0" fmla="*/ 2036261 w 3328105"/>
              <a:gd name="connsiteY0" fmla="*/ 217728 h 389834"/>
              <a:gd name="connsiteX1" fmla="*/ 2036261 w 3328105"/>
              <a:gd name="connsiteY1" fmla="*/ 321407 h 389834"/>
              <a:gd name="connsiteX2" fmla="*/ 2108837 w 3328105"/>
              <a:gd name="connsiteY2" fmla="*/ 321407 h 389834"/>
              <a:gd name="connsiteX3" fmla="*/ 2156529 w 3328105"/>
              <a:gd name="connsiteY3" fmla="*/ 304818 h 389834"/>
              <a:gd name="connsiteX4" fmla="*/ 2171045 w 3328105"/>
              <a:gd name="connsiteY4" fmla="*/ 269566 h 389834"/>
              <a:gd name="connsiteX5" fmla="*/ 2156529 w 3328105"/>
              <a:gd name="connsiteY5" fmla="*/ 234316 h 389834"/>
              <a:gd name="connsiteX6" fmla="*/ 2108837 w 3328105"/>
              <a:gd name="connsiteY6" fmla="*/ 217728 h 389834"/>
              <a:gd name="connsiteX7" fmla="*/ 188697 w 3328105"/>
              <a:gd name="connsiteY7" fmla="*/ 124415 h 389834"/>
              <a:gd name="connsiteX8" fmla="*/ 141004 w 3328105"/>
              <a:gd name="connsiteY8" fmla="*/ 236389 h 389834"/>
              <a:gd name="connsiteX9" fmla="*/ 236389 w 3328105"/>
              <a:gd name="connsiteY9" fmla="*/ 236389 h 389834"/>
              <a:gd name="connsiteX10" fmla="*/ 3077200 w 3328105"/>
              <a:gd name="connsiteY10" fmla="*/ 72577 h 389834"/>
              <a:gd name="connsiteX11" fmla="*/ 3077200 w 3328105"/>
              <a:gd name="connsiteY11" fmla="*/ 321407 h 389834"/>
              <a:gd name="connsiteX12" fmla="*/ 3131113 w 3328105"/>
              <a:gd name="connsiteY12" fmla="*/ 321407 h 389834"/>
              <a:gd name="connsiteX13" fmla="*/ 3228573 w 3328105"/>
              <a:gd name="connsiteY13" fmla="*/ 279935 h 389834"/>
              <a:gd name="connsiteX14" fmla="*/ 3255529 w 3328105"/>
              <a:gd name="connsiteY14" fmla="*/ 196992 h 389834"/>
              <a:gd name="connsiteX15" fmla="*/ 3228573 w 3328105"/>
              <a:gd name="connsiteY15" fmla="*/ 114048 h 389834"/>
              <a:gd name="connsiteX16" fmla="*/ 3131113 w 3328105"/>
              <a:gd name="connsiteY16" fmla="*/ 72577 h 389834"/>
              <a:gd name="connsiteX17" fmla="*/ 2036261 w 3328105"/>
              <a:gd name="connsiteY17" fmla="*/ 72577 h 389834"/>
              <a:gd name="connsiteX18" fmla="*/ 2036261 w 3328105"/>
              <a:gd name="connsiteY18" fmla="*/ 155520 h 389834"/>
              <a:gd name="connsiteX19" fmla="*/ 2088101 w 3328105"/>
              <a:gd name="connsiteY19" fmla="*/ 155520 h 389834"/>
              <a:gd name="connsiteX20" fmla="*/ 2129573 w 3328105"/>
              <a:gd name="connsiteY20" fmla="*/ 141004 h 389834"/>
              <a:gd name="connsiteX21" fmla="*/ 2139940 w 3328105"/>
              <a:gd name="connsiteY21" fmla="*/ 114048 h 389834"/>
              <a:gd name="connsiteX22" fmla="*/ 2129573 w 3328105"/>
              <a:gd name="connsiteY22" fmla="*/ 87091 h 389834"/>
              <a:gd name="connsiteX23" fmla="*/ 2088101 w 3328105"/>
              <a:gd name="connsiteY23" fmla="*/ 72577 h 389834"/>
              <a:gd name="connsiteX24" fmla="*/ 3004626 w 3328105"/>
              <a:gd name="connsiteY24" fmla="*/ 8294 h 389834"/>
              <a:gd name="connsiteX25" fmla="*/ 3122819 w 3328105"/>
              <a:gd name="connsiteY25" fmla="*/ 8294 h 389834"/>
              <a:gd name="connsiteX26" fmla="*/ 3253456 w 3328105"/>
              <a:gd name="connsiteY26" fmla="*/ 43546 h 389834"/>
              <a:gd name="connsiteX27" fmla="*/ 3328105 w 3328105"/>
              <a:gd name="connsiteY27" fmla="*/ 196992 h 389834"/>
              <a:gd name="connsiteX28" fmla="*/ 3253456 w 3328105"/>
              <a:gd name="connsiteY28" fmla="*/ 350437 h 389834"/>
              <a:gd name="connsiteX29" fmla="*/ 3122819 w 3328105"/>
              <a:gd name="connsiteY29" fmla="*/ 385687 h 389834"/>
              <a:gd name="connsiteX30" fmla="*/ 3004626 w 3328105"/>
              <a:gd name="connsiteY30" fmla="*/ 385687 h 389834"/>
              <a:gd name="connsiteX31" fmla="*/ 2666631 w 3328105"/>
              <a:gd name="connsiteY31" fmla="*/ 8294 h 389834"/>
              <a:gd name="connsiteX32" fmla="*/ 2892652 w 3328105"/>
              <a:gd name="connsiteY32" fmla="*/ 8294 h 389834"/>
              <a:gd name="connsiteX33" fmla="*/ 2892652 w 3328105"/>
              <a:gd name="connsiteY33" fmla="*/ 72577 h 389834"/>
              <a:gd name="connsiteX34" fmla="*/ 2739207 w 3328105"/>
              <a:gd name="connsiteY34" fmla="*/ 72577 h 389834"/>
              <a:gd name="connsiteX35" fmla="*/ 2739207 w 3328105"/>
              <a:gd name="connsiteY35" fmla="*/ 151373 h 389834"/>
              <a:gd name="connsiteX36" fmla="*/ 2855328 w 3328105"/>
              <a:gd name="connsiteY36" fmla="*/ 151373 h 389834"/>
              <a:gd name="connsiteX37" fmla="*/ 2855328 w 3328105"/>
              <a:gd name="connsiteY37" fmla="*/ 215653 h 389834"/>
              <a:gd name="connsiteX38" fmla="*/ 2739207 w 3328105"/>
              <a:gd name="connsiteY38" fmla="*/ 215653 h 389834"/>
              <a:gd name="connsiteX39" fmla="*/ 2739207 w 3328105"/>
              <a:gd name="connsiteY39" fmla="*/ 321407 h 389834"/>
              <a:gd name="connsiteX40" fmla="*/ 2898872 w 3328105"/>
              <a:gd name="connsiteY40" fmla="*/ 321407 h 389834"/>
              <a:gd name="connsiteX41" fmla="*/ 2898872 w 3328105"/>
              <a:gd name="connsiteY41" fmla="*/ 385687 h 389834"/>
              <a:gd name="connsiteX42" fmla="*/ 2666631 w 3328105"/>
              <a:gd name="connsiteY42" fmla="*/ 385687 h 389834"/>
              <a:gd name="connsiteX43" fmla="*/ 2339004 w 3328105"/>
              <a:gd name="connsiteY43" fmla="*/ 8294 h 389834"/>
              <a:gd name="connsiteX44" fmla="*/ 2411581 w 3328105"/>
              <a:gd name="connsiteY44" fmla="*/ 8294 h 389834"/>
              <a:gd name="connsiteX45" fmla="*/ 2411581 w 3328105"/>
              <a:gd name="connsiteY45" fmla="*/ 321407 h 389834"/>
              <a:gd name="connsiteX46" fmla="*/ 2571245 w 3328105"/>
              <a:gd name="connsiteY46" fmla="*/ 321407 h 389834"/>
              <a:gd name="connsiteX47" fmla="*/ 2571245 w 3328105"/>
              <a:gd name="connsiteY47" fmla="*/ 385687 h 389834"/>
              <a:gd name="connsiteX48" fmla="*/ 2339004 w 3328105"/>
              <a:gd name="connsiteY48" fmla="*/ 385687 h 389834"/>
              <a:gd name="connsiteX49" fmla="*/ 1457731 w 3328105"/>
              <a:gd name="connsiteY49" fmla="*/ 8294 h 389834"/>
              <a:gd name="connsiteX50" fmla="*/ 1509570 w 3328105"/>
              <a:gd name="connsiteY50" fmla="*/ 8294 h 389834"/>
              <a:gd name="connsiteX51" fmla="*/ 1650574 w 3328105"/>
              <a:gd name="connsiteY51" fmla="*/ 234316 h 389834"/>
              <a:gd name="connsiteX52" fmla="*/ 1787430 w 3328105"/>
              <a:gd name="connsiteY52" fmla="*/ 8294 h 389834"/>
              <a:gd name="connsiteX53" fmla="*/ 1839271 w 3328105"/>
              <a:gd name="connsiteY53" fmla="*/ 8294 h 389834"/>
              <a:gd name="connsiteX54" fmla="*/ 1839271 w 3328105"/>
              <a:gd name="connsiteY54" fmla="*/ 385687 h 389834"/>
              <a:gd name="connsiteX55" fmla="*/ 1766695 w 3328105"/>
              <a:gd name="connsiteY55" fmla="*/ 385687 h 389834"/>
              <a:gd name="connsiteX56" fmla="*/ 1766695 w 3328105"/>
              <a:gd name="connsiteY56" fmla="*/ 174181 h 389834"/>
              <a:gd name="connsiteX57" fmla="*/ 1675457 w 3328105"/>
              <a:gd name="connsiteY57" fmla="*/ 323479 h 389834"/>
              <a:gd name="connsiteX58" fmla="*/ 1623618 w 3328105"/>
              <a:gd name="connsiteY58" fmla="*/ 323479 h 389834"/>
              <a:gd name="connsiteX59" fmla="*/ 1530306 w 3328105"/>
              <a:gd name="connsiteY59" fmla="*/ 174181 h 389834"/>
              <a:gd name="connsiteX60" fmla="*/ 1530306 w 3328105"/>
              <a:gd name="connsiteY60" fmla="*/ 385687 h 389834"/>
              <a:gd name="connsiteX61" fmla="*/ 1457731 w 3328105"/>
              <a:gd name="connsiteY61" fmla="*/ 385687 h 389834"/>
              <a:gd name="connsiteX62" fmla="*/ 1123883 w 3328105"/>
              <a:gd name="connsiteY62" fmla="*/ 8294 h 389834"/>
              <a:gd name="connsiteX63" fmla="*/ 1349905 w 3328105"/>
              <a:gd name="connsiteY63" fmla="*/ 8294 h 389834"/>
              <a:gd name="connsiteX64" fmla="*/ 1349905 w 3328105"/>
              <a:gd name="connsiteY64" fmla="*/ 72577 h 389834"/>
              <a:gd name="connsiteX65" fmla="*/ 1196460 w 3328105"/>
              <a:gd name="connsiteY65" fmla="*/ 72577 h 389834"/>
              <a:gd name="connsiteX66" fmla="*/ 1196460 w 3328105"/>
              <a:gd name="connsiteY66" fmla="*/ 151373 h 389834"/>
              <a:gd name="connsiteX67" fmla="*/ 1312581 w 3328105"/>
              <a:gd name="connsiteY67" fmla="*/ 151373 h 389834"/>
              <a:gd name="connsiteX68" fmla="*/ 1312581 w 3328105"/>
              <a:gd name="connsiteY68" fmla="*/ 215653 h 389834"/>
              <a:gd name="connsiteX69" fmla="*/ 1196460 w 3328105"/>
              <a:gd name="connsiteY69" fmla="*/ 215653 h 389834"/>
              <a:gd name="connsiteX70" fmla="*/ 1196460 w 3328105"/>
              <a:gd name="connsiteY70" fmla="*/ 321407 h 389834"/>
              <a:gd name="connsiteX71" fmla="*/ 1356125 w 3328105"/>
              <a:gd name="connsiteY71" fmla="*/ 321407 h 389834"/>
              <a:gd name="connsiteX72" fmla="*/ 1356125 w 3328105"/>
              <a:gd name="connsiteY72" fmla="*/ 385687 h 389834"/>
              <a:gd name="connsiteX73" fmla="*/ 1123883 w 3328105"/>
              <a:gd name="connsiteY73" fmla="*/ 385687 h 389834"/>
              <a:gd name="connsiteX74" fmla="*/ 161740 w 3328105"/>
              <a:gd name="connsiteY74" fmla="*/ 8294 h 389834"/>
              <a:gd name="connsiteX75" fmla="*/ 213580 w 3328105"/>
              <a:gd name="connsiteY75" fmla="*/ 8294 h 389834"/>
              <a:gd name="connsiteX76" fmla="*/ 375320 w 3328105"/>
              <a:gd name="connsiteY76" fmla="*/ 385687 h 389834"/>
              <a:gd name="connsiteX77" fmla="*/ 298596 w 3328105"/>
              <a:gd name="connsiteY77" fmla="*/ 385687 h 389834"/>
              <a:gd name="connsiteX78" fmla="*/ 263346 w 3328105"/>
              <a:gd name="connsiteY78" fmla="*/ 302743 h 389834"/>
              <a:gd name="connsiteX79" fmla="*/ 111974 w 3328105"/>
              <a:gd name="connsiteY79" fmla="*/ 302743 h 389834"/>
              <a:gd name="connsiteX80" fmla="*/ 76724 w 3328105"/>
              <a:gd name="connsiteY80" fmla="*/ 385687 h 389834"/>
              <a:gd name="connsiteX81" fmla="*/ 0 w 3328105"/>
              <a:gd name="connsiteY81" fmla="*/ 385687 h 389834"/>
              <a:gd name="connsiteX82" fmla="*/ 2094321 w 3328105"/>
              <a:gd name="connsiteY82" fmla="*/ 6222 h 389834"/>
              <a:gd name="connsiteX83" fmla="*/ 2179339 w 3328105"/>
              <a:gd name="connsiteY83" fmla="*/ 33177 h 389834"/>
              <a:gd name="connsiteX84" fmla="*/ 2214589 w 3328105"/>
              <a:gd name="connsiteY84" fmla="*/ 109901 h 389834"/>
              <a:gd name="connsiteX85" fmla="*/ 2189706 w 3328105"/>
              <a:gd name="connsiteY85" fmla="*/ 174181 h 389834"/>
              <a:gd name="connsiteX86" fmla="*/ 2245694 w 3328105"/>
              <a:gd name="connsiteY86" fmla="*/ 271641 h 389834"/>
              <a:gd name="connsiteX87" fmla="*/ 2210442 w 3328105"/>
              <a:gd name="connsiteY87" fmla="*/ 352510 h 389834"/>
              <a:gd name="connsiteX88" fmla="*/ 2110910 w 3328105"/>
              <a:gd name="connsiteY88" fmla="*/ 385687 h 389834"/>
              <a:gd name="connsiteX89" fmla="*/ 1963686 w 3328105"/>
              <a:gd name="connsiteY89" fmla="*/ 385687 h 389834"/>
              <a:gd name="connsiteX90" fmla="*/ 1963686 w 3328105"/>
              <a:gd name="connsiteY90" fmla="*/ 8294 h 389834"/>
              <a:gd name="connsiteX91" fmla="*/ 899936 w 3328105"/>
              <a:gd name="connsiteY91" fmla="*/ 0 h 389834"/>
              <a:gd name="connsiteX92" fmla="*/ 1009835 w 3328105"/>
              <a:gd name="connsiteY92" fmla="*/ 35252 h 389834"/>
              <a:gd name="connsiteX93" fmla="*/ 972513 w 3328105"/>
              <a:gd name="connsiteY93" fmla="*/ 89165 h 389834"/>
              <a:gd name="connsiteX94" fmla="*/ 906156 w 3328105"/>
              <a:gd name="connsiteY94" fmla="*/ 64282 h 389834"/>
              <a:gd name="connsiteX95" fmla="*/ 848097 w 3328105"/>
              <a:gd name="connsiteY95" fmla="*/ 105754 h 389834"/>
              <a:gd name="connsiteX96" fmla="*/ 1022279 w 3328105"/>
              <a:gd name="connsiteY96" fmla="*/ 275788 h 389834"/>
              <a:gd name="connsiteX97" fmla="*/ 893716 w 3328105"/>
              <a:gd name="connsiteY97" fmla="*/ 389834 h 389834"/>
              <a:gd name="connsiteX98" fmla="*/ 756860 w 3328105"/>
              <a:gd name="connsiteY98" fmla="*/ 333848 h 389834"/>
              <a:gd name="connsiteX99" fmla="*/ 804551 w 3328105"/>
              <a:gd name="connsiteY99" fmla="*/ 282008 h 389834"/>
              <a:gd name="connsiteX100" fmla="*/ 893716 w 3328105"/>
              <a:gd name="connsiteY100" fmla="*/ 323479 h 389834"/>
              <a:gd name="connsiteX101" fmla="*/ 949702 w 3328105"/>
              <a:gd name="connsiteY101" fmla="*/ 275788 h 389834"/>
              <a:gd name="connsiteX102" fmla="*/ 829434 w 3328105"/>
              <a:gd name="connsiteY102" fmla="*/ 190770 h 389834"/>
              <a:gd name="connsiteX103" fmla="*/ 775521 w 3328105"/>
              <a:gd name="connsiteY103" fmla="*/ 105754 h 389834"/>
              <a:gd name="connsiteX104" fmla="*/ 899936 w 3328105"/>
              <a:gd name="connsiteY104" fmla="*/ 0 h 389834"/>
              <a:gd name="connsiteX105" fmla="*/ 580604 w 3328105"/>
              <a:gd name="connsiteY105" fmla="*/ 0 h 389834"/>
              <a:gd name="connsiteX106" fmla="*/ 690505 w 3328105"/>
              <a:gd name="connsiteY106" fmla="*/ 35252 h 389834"/>
              <a:gd name="connsiteX107" fmla="*/ 653180 w 3328105"/>
              <a:gd name="connsiteY107" fmla="*/ 89165 h 389834"/>
              <a:gd name="connsiteX108" fmla="*/ 586826 w 3328105"/>
              <a:gd name="connsiteY108" fmla="*/ 64282 h 389834"/>
              <a:gd name="connsiteX109" fmla="*/ 528765 w 3328105"/>
              <a:gd name="connsiteY109" fmla="*/ 105754 h 389834"/>
              <a:gd name="connsiteX110" fmla="*/ 702946 w 3328105"/>
              <a:gd name="connsiteY110" fmla="*/ 275788 h 389834"/>
              <a:gd name="connsiteX111" fmla="*/ 574384 w 3328105"/>
              <a:gd name="connsiteY111" fmla="*/ 389834 h 389834"/>
              <a:gd name="connsiteX112" fmla="*/ 437528 w 3328105"/>
              <a:gd name="connsiteY112" fmla="*/ 333848 h 389834"/>
              <a:gd name="connsiteX113" fmla="*/ 485219 w 3328105"/>
              <a:gd name="connsiteY113" fmla="*/ 282008 h 389834"/>
              <a:gd name="connsiteX114" fmla="*/ 574384 w 3328105"/>
              <a:gd name="connsiteY114" fmla="*/ 323479 h 389834"/>
              <a:gd name="connsiteX115" fmla="*/ 630370 w 3328105"/>
              <a:gd name="connsiteY115" fmla="*/ 275788 h 389834"/>
              <a:gd name="connsiteX116" fmla="*/ 510102 w 3328105"/>
              <a:gd name="connsiteY116" fmla="*/ 190770 h 389834"/>
              <a:gd name="connsiteX117" fmla="*/ 456189 w 3328105"/>
              <a:gd name="connsiteY117" fmla="*/ 105754 h 389834"/>
              <a:gd name="connsiteX118" fmla="*/ 580604 w 3328105"/>
              <a:gd name="connsiteY118" fmla="*/ 0 h 389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3328105" h="389834">
                <a:moveTo>
                  <a:pt x="2036261" y="217728"/>
                </a:moveTo>
                <a:lnTo>
                  <a:pt x="2036261" y="321407"/>
                </a:lnTo>
                <a:lnTo>
                  <a:pt x="2108837" y="321407"/>
                </a:lnTo>
                <a:cubicBezTo>
                  <a:pt x="2133720" y="321407"/>
                  <a:pt x="2148234" y="315185"/>
                  <a:pt x="2156529" y="304818"/>
                </a:cubicBezTo>
                <a:cubicBezTo>
                  <a:pt x="2166897" y="294449"/>
                  <a:pt x="2171045" y="284082"/>
                  <a:pt x="2171045" y="269566"/>
                </a:cubicBezTo>
                <a:cubicBezTo>
                  <a:pt x="2171045" y="255052"/>
                  <a:pt x="2164823" y="242611"/>
                  <a:pt x="2156529" y="234316"/>
                </a:cubicBezTo>
                <a:cubicBezTo>
                  <a:pt x="2148234" y="223947"/>
                  <a:pt x="2133720" y="217728"/>
                  <a:pt x="2108837" y="217728"/>
                </a:cubicBezTo>
                <a:close/>
                <a:moveTo>
                  <a:pt x="188697" y="124415"/>
                </a:moveTo>
                <a:lnTo>
                  <a:pt x="141004" y="236389"/>
                </a:lnTo>
                <a:lnTo>
                  <a:pt x="236389" y="236389"/>
                </a:lnTo>
                <a:close/>
                <a:moveTo>
                  <a:pt x="3077200" y="72577"/>
                </a:moveTo>
                <a:lnTo>
                  <a:pt x="3077200" y="321407"/>
                </a:lnTo>
                <a:lnTo>
                  <a:pt x="3131113" y="321407"/>
                </a:lnTo>
                <a:cubicBezTo>
                  <a:pt x="3176733" y="321407"/>
                  <a:pt x="3207837" y="306891"/>
                  <a:pt x="3228573" y="279935"/>
                </a:cubicBezTo>
                <a:cubicBezTo>
                  <a:pt x="3245162" y="257125"/>
                  <a:pt x="3255529" y="228094"/>
                  <a:pt x="3255529" y="196992"/>
                </a:cubicBezTo>
                <a:cubicBezTo>
                  <a:pt x="3255529" y="165887"/>
                  <a:pt x="3245162" y="136857"/>
                  <a:pt x="3228573" y="114048"/>
                </a:cubicBezTo>
                <a:cubicBezTo>
                  <a:pt x="3205763" y="89165"/>
                  <a:pt x="3176733" y="72577"/>
                  <a:pt x="3131113" y="72577"/>
                </a:cubicBezTo>
                <a:close/>
                <a:moveTo>
                  <a:pt x="2036261" y="72577"/>
                </a:moveTo>
                <a:lnTo>
                  <a:pt x="2036261" y="155520"/>
                </a:lnTo>
                <a:lnTo>
                  <a:pt x="2088101" y="155520"/>
                </a:lnTo>
                <a:cubicBezTo>
                  <a:pt x="2110910" y="155520"/>
                  <a:pt x="2121279" y="149298"/>
                  <a:pt x="2129573" y="141004"/>
                </a:cubicBezTo>
                <a:cubicBezTo>
                  <a:pt x="2135793" y="134784"/>
                  <a:pt x="2139940" y="124415"/>
                  <a:pt x="2139940" y="114048"/>
                </a:cubicBezTo>
                <a:cubicBezTo>
                  <a:pt x="2139940" y="103679"/>
                  <a:pt x="2135793" y="93312"/>
                  <a:pt x="2129573" y="87091"/>
                </a:cubicBezTo>
                <a:cubicBezTo>
                  <a:pt x="2121279" y="78796"/>
                  <a:pt x="2110910" y="72577"/>
                  <a:pt x="2088101" y="72577"/>
                </a:cubicBezTo>
                <a:close/>
                <a:moveTo>
                  <a:pt x="3004626" y="8294"/>
                </a:moveTo>
                <a:lnTo>
                  <a:pt x="3122819" y="8294"/>
                </a:lnTo>
                <a:cubicBezTo>
                  <a:pt x="3182954" y="8294"/>
                  <a:pt x="3222351" y="20736"/>
                  <a:pt x="3253456" y="43546"/>
                </a:cubicBezTo>
                <a:cubicBezTo>
                  <a:pt x="3299075" y="78796"/>
                  <a:pt x="3328105" y="134784"/>
                  <a:pt x="3328105" y="196992"/>
                </a:cubicBezTo>
                <a:cubicBezTo>
                  <a:pt x="3328105" y="259199"/>
                  <a:pt x="3299075" y="315185"/>
                  <a:pt x="3253456" y="350437"/>
                </a:cubicBezTo>
                <a:cubicBezTo>
                  <a:pt x="3222351" y="373245"/>
                  <a:pt x="3182954" y="385687"/>
                  <a:pt x="3122819" y="385687"/>
                </a:cubicBezTo>
                <a:lnTo>
                  <a:pt x="3004626" y="385687"/>
                </a:lnTo>
                <a:close/>
                <a:moveTo>
                  <a:pt x="2666631" y="8294"/>
                </a:moveTo>
                <a:lnTo>
                  <a:pt x="2892652" y="8294"/>
                </a:lnTo>
                <a:lnTo>
                  <a:pt x="2892652" y="72577"/>
                </a:lnTo>
                <a:lnTo>
                  <a:pt x="2739207" y="72577"/>
                </a:lnTo>
                <a:lnTo>
                  <a:pt x="2739207" y="151373"/>
                </a:lnTo>
                <a:lnTo>
                  <a:pt x="2855328" y="151373"/>
                </a:lnTo>
                <a:lnTo>
                  <a:pt x="2855328" y="215653"/>
                </a:lnTo>
                <a:lnTo>
                  <a:pt x="2739207" y="215653"/>
                </a:lnTo>
                <a:lnTo>
                  <a:pt x="2739207" y="321407"/>
                </a:lnTo>
                <a:lnTo>
                  <a:pt x="2898872" y="321407"/>
                </a:lnTo>
                <a:lnTo>
                  <a:pt x="2898872" y="385687"/>
                </a:lnTo>
                <a:lnTo>
                  <a:pt x="2666631" y="385687"/>
                </a:lnTo>
                <a:close/>
                <a:moveTo>
                  <a:pt x="2339004" y="8294"/>
                </a:moveTo>
                <a:lnTo>
                  <a:pt x="2411581" y="8294"/>
                </a:lnTo>
                <a:lnTo>
                  <a:pt x="2411581" y="321407"/>
                </a:lnTo>
                <a:lnTo>
                  <a:pt x="2571245" y="321407"/>
                </a:lnTo>
                <a:lnTo>
                  <a:pt x="2571245" y="385687"/>
                </a:lnTo>
                <a:lnTo>
                  <a:pt x="2339004" y="385687"/>
                </a:lnTo>
                <a:close/>
                <a:moveTo>
                  <a:pt x="1457731" y="8294"/>
                </a:moveTo>
                <a:lnTo>
                  <a:pt x="1509570" y="8294"/>
                </a:lnTo>
                <a:lnTo>
                  <a:pt x="1650574" y="234316"/>
                </a:lnTo>
                <a:lnTo>
                  <a:pt x="1787430" y="8294"/>
                </a:lnTo>
                <a:lnTo>
                  <a:pt x="1839271" y="8294"/>
                </a:lnTo>
                <a:lnTo>
                  <a:pt x="1839271" y="385687"/>
                </a:lnTo>
                <a:lnTo>
                  <a:pt x="1766695" y="385687"/>
                </a:lnTo>
                <a:lnTo>
                  <a:pt x="1766695" y="174181"/>
                </a:lnTo>
                <a:lnTo>
                  <a:pt x="1675457" y="323479"/>
                </a:lnTo>
                <a:lnTo>
                  <a:pt x="1623618" y="323479"/>
                </a:lnTo>
                <a:lnTo>
                  <a:pt x="1530306" y="174181"/>
                </a:lnTo>
                <a:lnTo>
                  <a:pt x="1530306" y="385687"/>
                </a:lnTo>
                <a:lnTo>
                  <a:pt x="1457731" y="385687"/>
                </a:lnTo>
                <a:close/>
                <a:moveTo>
                  <a:pt x="1123883" y="8294"/>
                </a:moveTo>
                <a:lnTo>
                  <a:pt x="1349905" y="8294"/>
                </a:lnTo>
                <a:lnTo>
                  <a:pt x="1349905" y="72577"/>
                </a:lnTo>
                <a:lnTo>
                  <a:pt x="1196460" y="72577"/>
                </a:lnTo>
                <a:lnTo>
                  <a:pt x="1196460" y="151373"/>
                </a:lnTo>
                <a:lnTo>
                  <a:pt x="1312581" y="151373"/>
                </a:lnTo>
                <a:lnTo>
                  <a:pt x="1312581" y="215653"/>
                </a:lnTo>
                <a:lnTo>
                  <a:pt x="1196460" y="215653"/>
                </a:lnTo>
                <a:lnTo>
                  <a:pt x="1196460" y="321407"/>
                </a:lnTo>
                <a:lnTo>
                  <a:pt x="1356125" y="321407"/>
                </a:lnTo>
                <a:lnTo>
                  <a:pt x="1356125" y="385687"/>
                </a:lnTo>
                <a:lnTo>
                  <a:pt x="1123883" y="385687"/>
                </a:lnTo>
                <a:close/>
                <a:moveTo>
                  <a:pt x="161740" y="8294"/>
                </a:moveTo>
                <a:lnTo>
                  <a:pt x="213580" y="8294"/>
                </a:lnTo>
                <a:lnTo>
                  <a:pt x="375320" y="385687"/>
                </a:lnTo>
                <a:lnTo>
                  <a:pt x="298596" y="385687"/>
                </a:lnTo>
                <a:lnTo>
                  <a:pt x="263346" y="302743"/>
                </a:lnTo>
                <a:lnTo>
                  <a:pt x="111974" y="302743"/>
                </a:lnTo>
                <a:lnTo>
                  <a:pt x="76724" y="385687"/>
                </a:lnTo>
                <a:lnTo>
                  <a:pt x="0" y="385687"/>
                </a:lnTo>
                <a:close/>
                <a:moveTo>
                  <a:pt x="2094321" y="6222"/>
                </a:moveTo>
                <a:cubicBezTo>
                  <a:pt x="2137867" y="6222"/>
                  <a:pt x="2160676" y="16589"/>
                  <a:pt x="2179339" y="33177"/>
                </a:cubicBezTo>
                <a:cubicBezTo>
                  <a:pt x="2200075" y="51841"/>
                  <a:pt x="2214589" y="78796"/>
                  <a:pt x="2214589" y="109901"/>
                </a:cubicBezTo>
                <a:cubicBezTo>
                  <a:pt x="2214589" y="134784"/>
                  <a:pt x="2202147" y="161740"/>
                  <a:pt x="2189706" y="174181"/>
                </a:cubicBezTo>
                <a:cubicBezTo>
                  <a:pt x="2222883" y="190770"/>
                  <a:pt x="2245694" y="230169"/>
                  <a:pt x="2245694" y="271641"/>
                </a:cubicBezTo>
                <a:cubicBezTo>
                  <a:pt x="2245694" y="302743"/>
                  <a:pt x="2231177" y="331774"/>
                  <a:pt x="2210442" y="352510"/>
                </a:cubicBezTo>
                <a:cubicBezTo>
                  <a:pt x="2189706" y="373245"/>
                  <a:pt x="2158603" y="385687"/>
                  <a:pt x="2110910" y="385687"/>
                </a:cubicBezTo>
                <a:lnTo>
                  <a:pt x="1963686" y="385687"/>
                </a:lnTo>
                <a:lnTo>
                  <a:pt x="1963686" y="8294"/>
                </a:lnTo>
                <a:close/>
                <a:moveTo>
                  <a:pt x="899936" y="0"/>
                </a:moveTo>
                <a:cubicBezTo>
                  <a:pt x="939335" y="0"/>
                  <a:pt x="974585" y="8294"/>
                  <a:pt x="1009835" y="35252"/>
                </a:cubicBezTo>
                <a:lnTo>
                  <a:pt x="972513" y="89165"/>
                </a:lnTo>
                <a:cubicBezTo>
                  <a:pt x="955924" y="74649"/>
                  <a:pt x="931041" y="64282"/>
                  <a:pt x="906156" y="64282"/>
                </a:cubicBezTo>
                <a:cubicBezTo>
                  <a:pt x="879200" y="64282"/>
                  <a:pt x="848097" y="76724"/>
                  <a:pt x="848097" y="105754"/>
                </a:cubicBezTo>
                <a:cubicBezTo>
                  <a:pt x="848097" y="167962"/>
                  <a:pt x="1022279" y="147226"/>
                  <a:pt x="1022279" y="275788"/>
                </a:cubicBezTo>
                <a:cubicBezTo>
                  <a:pt x="1022279" y="344215"/>
                  <a:pt x="962143" y="389834"/>
                  <a:pt x="893716" y="389834"/>
                </a:cubicBezTo>
                <a:cubicBezTo>
                  <a:pt x="841876" y="389834"/>
                  <a:pt x="796257" y="369098"/>
                  <a:pt x="756860" y="333848"/>
                </a:cubicBezTo>
                <a:lnTo>
                  <a:pt x="804551" y="282008"/>
                </a:lnTo>
                <a:cubicBezTo>
                  <a:pt x="825287" y="304818"/>
                  <a:pt x="858464" y="323479"/>
                  <a:pt x="893716" y="323479"/>
                </a:cubicBezTo>
                <a:cubicBezTo>
                  <a:pt x="926891" y="323479"/>
                  <a:pt x="949702" y="302743"/>
                  <a:pt x="949702" y="275788"/>
                </a:cubicBezTo>
                <a:cubicBezTo>
                  <a:pt x="949702" y="226022"/>
                  <a:pt x="881275" y="219800"/>
                  <a:pt x="829434" y="190770"/>
                </a:cubicBezTo>
                <a:cubicBezTo>
                  <a:pt x="798331" y="174181"/>
                  <a:pt x="775521" y="149298"/>
                  <a:pt x="775521" y="105754"/>
                </a:cubicBezTo>
                <a:cubicBezTo>
                  <a:pt x="775521" y="39399"/>
                  <a:pt x="837728" y="0"/>
                  <a:pt x="899936" y="0"/>
                </a:cubicBezTo>
                <a:close/>
                <a:moveTo>
                  <a:pt x="580604" y="0"/>
                </a:moveTo>
                <a:cubicBezTo>
                  <a:pt x="620003" y="0"/>
                  <a:pt x="655253" y="8294"/>
                  <a:pt x="690505" y="35252"/>
                </a:cubicBezTo>
                <a:lnTo>
                  <a:pt x="653180" y="89165"/>
                </a:lnTo>
                <a:cubicBezTo>
                  <a:pt x="636592" y="74649"/>
                  <a:pt x="611709" y="64282"/>
                  <a:pt x="586826" y="64282"/>
                </a:cubicBezTo>
                <a:cubicBezTo>
                  <a:pt x="559868" y="64282"/>
                  <a:pt x="528765" y="76724"/>
                  <a:pt x="528765" y="105754"/>
                </a:cubicBezTo>
                <a:cubicBezTo>
                  <a:pt x="528765" y="167962"/>
                  <a:pt x="702946" y="147226"/>
                  <a:pt x="702946" y="275788"/>
                </a:cubicBezTo>
                <a:cubicBezTo>
                  <a:pt x="702946" y="344215"/>
                  <a:pt x="642811" y="389834"/>
                  <a:pt x="574384" y="389834"/>
                </a:cubicBezTo>
                <a:cubicBezTo>
                  <a:pt x="522543" y="389834"/>
                  <a:pt x="476925" y="369098"/>
                  <a:pt x="437528" y="333848"/>
                </a:cubicBezTo>
                <a:lnTo>
                  <a:pt x="485219" y="282008"/>
                </a:lnTo>
                <a:cubicBezTo>
                  <a:pt x="505955" y="304818"/>
                  <a:pt x="539132" y="323479"/>
                  <a:pt x="574384" y="323479"/>
                </a:cubicBezTo>
                <a:cubicBezTo>
                  <a:pt x="607561" y="323479"/>
                  <a:pt x="630370" y="302743"/>
                  <a:pt x="630370" y="275788"/>
                </a:cubicBezTo>
                <a:cubicBezTo>
                  <a:pt x="630370" y="226022"/>
                  <a:pt x="561943" y="219800"/>
                  <a:pt x="510102" y="190770"/>
                </a:cubicBezTo>
                <a:cubicBezTo>
                  <a:pt x="478999" y="174181"/>
                  <a:pt x="456189" y="149298"/>
                  <a:pt x="456189" y="105754"/>
                </a:cubicBezTo>
                <a:cubicBezTo>
                  <a:pt x="456189" y="39399"/>
                  <a:pt x="518396" y="0"/>
                  <a:pt x="58060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98AC48C-32E0-94A0-D211-276B53B7DEBA}"/>
              </a:ext>
            </a:extLst>
          </p:cNvPr>
          <p:cNvSpPr/>
          <p:nvPr userDrawn="1"/>
        </p:nvSpPr>
        <p:spPr>
          <a:xfrm>
            <a:off x="7719490" y="3319747"/>
            <a:ext cx="1889729" cy="398067"/>
          </a:xfrm>
          <a:custGeom>
            <a:avLst/>
            <a:gdLst>
              <a:gd name="connsiteX0" fmla="*/ 1604955 w 1791578"/>
              <a:gd name="connsiteY0" fmla="*/ 116120 h 377392"/>
              <a:gd name="connsiteX1" fmla="*/ 1557261 w 1791578"/>
              <a:gd name="connsiteY1" fmla="*/ 228094 h 377392"/>
              <a:gd name="connsiteX2" fmla="*/ 1652646 w 1791578"/>
              <a:gd name="connsiteY2" fmla="*/ 228094 h 377392"/>
              <a:gd name="connsiteX3" fmla="*/ 912378 w 1791578"/>
              <a:gd name="connsiteY3" fmla="*/ 64282 h 377392"/>
              <a:gd name="connsiteX4" fmla="*/ 912378 w 1791578"/>
              <a:gd name="connsiteY4" fmla="*/ 313112 h 377392"/>
              <a:gd name="connsiteX5" fmla="*/ 966291 w 1791578"/>
              <a:gd name="connsiteY5" fmla="*/ 313112 h 377392"/>
              <a:gd name="connsiteX6" fmla="*/ 1063748 w 1791578"/>
              <a:gd name="connsiteY6" fmla="*/ 271640 h 377392"/>
              <a:gd name="connsiteX7" fmla="*/ 1090706 w 1791578"/>
              <a:gd name="connsiteY7" fmla="*/ 188697 h 377392"/>
              <a:gd name="connsiteX8" fmla="*/ 1063748 w 1791578"/>
              <a:gd name="connsiteY8" fmla="*/ 105754 h 377392"/>
              <a:gd name="connsiteX9" fmla="*/ 966291 w 1791578"/>
              <a:gd name="connsiteY9" fmla="*/ 64282 h 377392"/>
              <a:gd name="connsiteX10" fmla="*/ 1577997 w 1791578"/>
              <a:gd name="connsiteY10" fmla="*/ 0 h 377392"/>
              <a:gd name="connsiteX11" fmla="*/ 1629838 w 1791578"/>
              <a:gd name="connsiteY11" fmla="*/ 0 h 377392"/>
              <a:gd name="connsiteX12" fmla="*/ 1791578 w 1791578"/>
              <a:gd name="connsiteY12" fmla="*/ 377392 h 377392"/>
              <a:gd name="connsiteX13" fmla="*/ 1714854 w 1791578"/>
              <a:gd name="connsiteY13" fmla="*/ 377392 h 377392"/>
              <a:gd name="connsiteX14" fmla="*/ 1679604 w 1791578"/>
              <a:gd name="connsiteY14" fmla="*/ 294449 h 377392"/>
              <a:gd name="connsiteX15" fmla="*/ 1528231 w 1791578"/>
              <a:gd name="connsiteY15" fmla="*/ 294449 h 377392"/>
              <a:gd name="connsiteX16" fmla="*/ 1492981 w 1791578"/>
              <a:gd name="connsiteY16" fmla="*/ 377392 h 377392"/>
              <a:gd name="connsiteX17" fmla="*/ 1418332 w 1791578"/>
              <a:gd name="connsiteY17" fmla="*/ 377392 h 377392"/>
              <a:gd name="connsiteX18" fmla="*/ 1262812 w 1791578"/>
              <a:gd name="connsiteY18" fmla="*/ 0 h 377392"/>
              <a:gd name="connsiteX19" fmla="*/ 1335389 w 1791578"/>
              <a:gd name="connsiteY19" fmla="*/ 0 h 377392"/>
              <a:gd name="connsiteX20" fmla="*/ 1335389 w 1791578"/>
              <a:gd name="connsiteY20" fmla="*/ 377392 h 377392"/>
              <a:gd name="connsiteX21" fmla="*/ 1262812 w 1791578"/>
              <a:gd name="connsiteY21" fmla="*/ 377392 h 377392"/>
              <a:gd name="connsiteX22" fmla="*/ 839801 w 1791578"/>
              <a:gd name="connsiteY22" fmla="*/ 0 h 377392"/>
              <a:gd name="connsiteX23" fmla="*/ 957996 w 1791578"/>
              <a:gd name="connsiteY23" fmla="*/ 0 h 377392"/>
              <a:gd name="connsiteX24" fmla="*/ 1088631 w 1791578"/>
              <a:gd name="connsiteY24" fmla="*/ 35252 h 377392"/>
              <a:gd name="connsiteX25" fmla="*/ 1163280 w 1791578"/>
              <a:gd name="connsiteY25" fmla="*/ 188697 h 377392"/>
              <a:gd name="connsiteX26" fmla="*/ 1088631 w 1791578"/>
              <a:gd name="connsiteY26" fmla="*/ 342142 h 377392"/>
              <a:gd name="connsiteX27" fmla="*/ 957996 w 1791578"/>
              <a:gd name="connsiteY27" fmla="*/ 377392 h 377392"/>
              <a:gd name="connsiteX28" fmla="*/ 839801 w 1791578"/>
              <a:gd name="connsiteY28" fmla="*/ 377392 h 377392"/>
              <a:gd name="connsiteX29" fmla="*/ 503880 w 1791578"/>
              <a:gd name="connsiteY29" fmla="*/ 0 h 377392"/>
              <a:gd name="connsiteX30" fmla="*/ 729902 w 1791578"/>
              <a:gd name="connsiteY30" fmla="*/ 0 h 377392"/>
              <a:gd name="connsiteX31" fmla="*/ 729902 w 1791578"/>
              <a:gd name="connsiteY31" fmla="*/ 64282 h 377392"/>
              <a:gd name="connsiteX32" fmla="*/ 576457 w 1791578"/>
              <a:gd name="connsiteY32" fmla="*/ 64282 h 377392"/>
              <a:gd name="connsiteX33" fmla="*/ 576457 w 1791578"/>
              <a:gd name="connsiteY33" fmla="*/ 143078 h 377392"/>
              <a:gd name="connsiteX34" fmla="*/ 692578 w 1791578"/>
              <a:gd name="connsiteY34" fmla="*/ 143078 h 377392"/>
              <a:gd name="connsiteX35" fmla="*/ 692578 w 1791578"/>
              <a:gd name="connsiteY35" fmla="*/ 207358 h 377392"/>
              <a:gd name="connsiteX36" fmla="*/ 576457 w 1791578"/>
              <a:gd name="connsiteY36" fmla="*/ 207358 h 377392"/>
              <a:gd name="connsiteX37" fmla="*/ 576457 w 1791578"/>
              <a:gd name="connsiteY37" fmla="*/ 313112 h 377392"/>
              <a:gd name="connsiteX38" fmla="*/ 736122 w 1791578"/>
              <a:gd name="connsiteY38" fmla="*/ 313112 h 377392"/>
              <a:gd name="connsiteX39" fmla="*/ 736122 w 1791578"/>
              <a:gd name="connsiteY39" fmla="*/ 377392 h 377392"/>
              <a:gd name="connsiteX40" fmla="*/ 503880 w 1791578"/>
              <a:gd name="connsiteY40" fmla="*/ 377392 h 377392"/>
              <a:gd name="connsiteX41" fmla="*/ 0 w 1791578"/>
              <a:gd name="connsiteY41" fmla="*/ 0 h 377392"/>
              <a:gd name="connsiteX42" fmla="*/ 51839 w 1791578"/>
              <a:gd name="connsiteY42" fmla="*/ 0 h 377392"/>
              <a:gd name="connsiteX43" fmla="*/ 190770 w 1791578"/>
              <a:gd name="connsiteY43" fmla="*/ 226022 h 377392"/>
              <a:gd name="connsiteX44" fmla="*/ 327626 w 1791578"/>
              <a:gd name="connsiteY44" fmla="*/ 0 h 377392"/>
              <a:gd name="connsiteX45" fmla="*/ 379465 w 1791578"/>
              <a:gd name="connsiteY45" fmla="*/ 0 h 377392"/>
              <a:gd name="connsiteX46" fmla="*/ 379465 w 1791578"/>
              <a:gd name="connsiteY46" fmla="*/ 377392 h 377392"/>
              <a:gd name="connsiteX47" fmla="*/ 306891 w 1791578"/>
              <a:gd name="connsiteY47" fmla="*/ 377392 h 377392"/>
              <a:gd name="connsiteX48" fmla="*/ 306891 w 1791578"/>
              <a:gd name="connsiteY48" fmla="*/ 165887 h 377392"/>
              <a:gd name="connsiteX49" fmla="*/ 215653 w 1791578"/>
              <a:gd name="connsiteY49" fmla="*/ 315185 h 377392"/>
              <a:gd name="connsiteX50" fmla="*/ 163812 w 1791578"/>
              <a:gd name="connsiteY50" fmla="*/ 315185 h 377392"/>
              <a:gd name="connsiteX51" fmla="*/ 72574 w 1791578"/>
              <a:gd name="connsiteY51" fmla="*/ 165887 h 377392"/>
              <a:gd name="connsiteX52" fmla="*/ 72574 w 1791578"/>
              <a:gd name="connsiteY52" fmla="*/ 377392 h 377392"/>
              <a:gd name="connsiteX53" fmla="*/ 0 w 1791578"/>
              <a:gd name="connsiteY53" fmla="*/ 377392 h 37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791578" h="377392">
                <a:moveTo>
                  <a:pt x="1604955" y="116120"/>
                </a:moveTo>
                <a:lnTo>
                  <a:pt x="1557261" y="228094"/>
                </a:lnTo>
                <a:lnTo>
                  <a:pt x="1652646" y="228094"/>
                </a:lnTo>
                <a:close/>
                <a:moveTo>
                  <a:pt x="912378" y="64282"/>
                </a:moveTo>
                <a:lnTo>
                  <a:pt x="912378" y="313112"/>
                </a:lnTo>
                <a:lnTo>
                  <a:pt x="966291" y="313112"/>
                </a:lnTo>
                <a:cubicBezTo>
                  <a:pt x="1011907" y="313112"/>
                  <a:pt x="1043012" y="298596"/>
                  <a:pt x="1063748" y="271640"/>
                </a:cubicBezTo>
                <a:cubicBezTo>
                  <a:pt x="1080337" y="248830"/>
                  <a:pt x="1090706" y="219800"/>
                  <a:pt x="1090706" y="188697"/>
                </a:cubicBezTo>
                <a:cubicBezTo>
                  <a:pt x="1090706" y="157592"/>
                  <a:pt x="1080337" y="128562"/>
                  <a:pt x="1063748" y="105754"/>
                </a:cubicBezTo>
                <a:cubicBezTo>
                  <a:pt x="1040940" y="80871"/>
                  <a:pt x="1011907" y="64282"/>
                  <a:pt x="966291" y="64282"/>
                </a:cubicBezTo>
                <a:close/>
                <a:moveTo>
                  <a:pt x="1577997" y="0"/>
                </a:moveTo>
                <a:lnTo>
                  <a:pt x="1629838" y="0"/>
                </a:lnTo>
                <a:lnTo>
                  <a:pt x="1791578" y="377392"/>
                </a:lnTo>
                <a:lnTo>
                  <a:pt x="1714854" y="377392"/>
                </a:lnTo>
                <a:lnTo>
                  <a:pt x="1679604" y="294449"/>
                </a:lnTo>
                <a:lnTo>
                  <a:pt x="1528231" y="294449"/>
                </a:lnTo>
                <a:lnTo>
                  <a:pt x="1492981" y="377392"/>
                </a:lnTo>
                <a:lnTo>
                  <a:pt x="1418332" y="377392"/>
                </a:lnTo>
                <a:close/>
                <a:moveTo>
                  <a:pt x="1262812" y="0"/>
                </a:moveTo>
                <a:lnTo>
                  <a:pt x="1335389" y="0"/>
                </a:lnTo>
                <a:lnTo>
                  <a:pt x="1335389" y="377392"/>
                </a:lnTo>
                <a:lnTo>
                  <a:pt x="1262812" y="377392"/>
                </a:lnTo>
                <a:close/>
                <a:moveTo>
                  <a:pt x="839801" y="0"/>
                </a:moveTo>
                <a:lnTo>
                  <a:pt x="957996" y="0"/>
                </a:lnTo>
                <a:cubicBezTo>
                  <a:pt x="1018129" y="0"/>
                  <a:pt x="1057528" y="12441"/>
                  <a:pt x="1088631" y="35252"/>
                </a:cubicBezTo>
                <a:cubicBezTo>
                  <a:pt x="1134250" y="70502"/>
                  <a:pt x="1163280" y="126489"/>
                  <a:pt x="1163280" y="188697"/>
                </a:cubicBezTo>
                <a:cubicBezTo>
                  <a:pt x="1163280" y="250905"/>
                  <a:pt x="1134250" y="306890"/>
                  <a:pt x="1088631" y="342142"/>
                </a:cubicBezTo>
                <a:cubicBezTo>
                  <a:pt x="1057528" y="364951"/>
                  <a:pt x="1018129" y="377392"/>
                  <a:pt x="957996" y="377392"/>
                </a:cubicBezTo>
                <a:lnTo>
                  <a:pt x="839801" y="377392"/>
                </a:lnTo>
                <a:close/>
                <a:moveTo>
                  <a:pt x="503880" y="0"/>
                </a:moveTo>
                <a:lnTo>
                  <a:pt x="729902" y="0"/>
                </a:lnTo>
                <a:lnTo>
                  <a:pt x="729902" y="64282"/>
                </a:lnTo>
                <a:lnTo>
                  <a:pt x="576457" y="64282"/>
                </a:lnTo>
                <a:lnTo>
                  <a:pt x="576457" y="143078"/>
                </a:lnTo>
                <a:lnTo>
                  <a:pt x="692578" y="143078"/>
                </a:lnTo>
                <a:lnTo>
                  <a:pt x="692578" y="207358"/>
                </a:lnTo>
                <a:lnTo>
                  <a:pt x="576457" y="207358"/>
                </a:lnTo>
                <a:lnTo>
                  <a:pt x="576457" y="313112"/>
                </a:lnTo>
                <a:lnTo>
                  <a:pt x="736122" y="313112"/>
                </a:lnTo>
                <a:lnTo>
                  <a:pt x="736122" y="377392"/>
                </a:lnTo>
                <a:lnTo>
                  <a:pt x="503880" y="377392"/>
                </a:lnTo>
                <a:close/>
                <a:moveTo>
                  <a:pt x="0" y="0"/>
                </a:moveTo>
                <a:lnTo>
                  <a:pt x="51839" y="0"/>
                </a:lnTo>
                <a:lnTo>
                  <a:pt x="190770" y="226022"/>
                </a:lnTo>
                <a:lnTo>
                  <a:pt x="327626" y="0"/>
                </a:lnTo>
                <a:lnTo>
                  <a:pt x="379465" y="0"/>
                </a:lnTo>
                <a:lnTo>
                  <a:pt x="379465" y="377392"/>
                </a:lnTo>
                <a:lnTo>
                  <a:pt x="306891" y="377392"/>
                </a:lnTo>
                <a:lnTo>
                  <a:pt x="306891" y="165887"/>
                </a:lnTo>
                <a:lnTo>
                  <a:pt x="215653" y="315185"/>
                </a:lnTo>
                <a:lnTo>
                  <a:pt x="163812" y="315185"/>
                </a:lnTo>
                <a:lnTo>
                  <a:pt x="72574" y="165887"/>
                </a:lnTo>
                <a:lnTo>
                  <a:pt x="72574" y="377392"/>
                </a:lnTo>
                <a:lnTo>
                  <a:pt x="0" y="3773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21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0.09876 L -5.55556E-7 0.00031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93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8935 L 2.91667E-6 0.000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6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ccel="47000" decel="4700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190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4" repeatCount="indefinite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l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Mark.mp4" descr="Logo Mark.mp4">
            <a:extLst>
              <a:ext uri="{FF2B5EF4-FFF2-40B4-BE49-F238E27FC236}">
                <a16:creationId xmlns:a16="http://schemas.microsoft.com/office/drawing/2014/main" id="{896966EE-9A65-53D6-24F7-B62894707E43}"/>
              </a:ext>
            </a:extLst>
          </p:cNvPr>
          <p:cNvPicPr>
            <a:picLocks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4825" y="1608422"/>
            <a:ext cx="1344217" cy="1344217"/>
          </a:xfrm>
          <a:prstGeom prst="roundRect">
            <a:avLst/>
          </a:prstGeom>
          <a:ln w="12700">
            <a:miter lim="400000"/>
          </a:ln>
          <a:effectLst>
            <a:softEdge rad="91694"/>
          </a:effec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3B3CE7-FE39-FEEF-E12F-67207C2FC8C7}"/>
              </a:ext>
            </a:extLst>
          </p:cNvPr>
          <p:cNvSpPr/>
          <p:nvPr userDrawn="1"/>
        </p:nvSpPr>
        <p:spPr>
          <a:xfrm>
            <a:off x="3940233" y="2074935"/>
            <a:ext cx="3510434" cy="411191"/>
          </a:xfrm>
          <a:custGeom>
            <a:avLst/>
            <a:gdLst>
              <a:gd name="connsiteX0" fmla="*/ 2036261 w 3328105"/>
              <a:gd name="connsiteY0" fmla="*/ 217728 h 389834"/>
              <a:gd name="connsiteX1" fmla="*/ 2036261 w 3328105"/>
              <a:gd name="connsiteY1" fmla="*/ 321407 h 389834"/>
              <a:gd name="connsiteX2" fmla="*/ 2108837 w 3328105"/>
              <a:gd name="connsiteY2" fmla="*/ 321407 h 389834"/>
              <a:gd name="connsiteX3" fmla="*/ 2156529 w 3328105"/>
              <a:gd name="connsiteY3" fmla="*/ 304818 h 389834"/>
              <a:gd name="connsiteX4" fmla="*/ 2171045 w 3328105"/>
              <a:gd name="connsiteY4" fmla="*/ 269566 h 389834"/>
              <a:gd name="connsiteX5" fmla="*/ 2156529 w 3328105"/>
              <a:gd name="connsiteY5" fmla="*/ 234316 h 389834"/>
              <a:gd name="connsiteX6" fmla="*/ 2108837 w 3328105"/>
              <a:gd name="connsiteY6" fmla="*/ 217728 h 389834"/>
              <a:gd name="connsiteX7" fmla="*/ 188697 w 3328105"/>
              <a:gd name="connsiteY7" fmla="*/ 124415 h 389834"/>
              <a:gd name="connsiteX8" fmla="*/ 141004 w 3328105"/>
              <a:gd name="connsiteY8" fmla="*/ 236389 h 389834"/>
              <a:gd name="connsiteX9" fmla="*/ 236389 w 3328105"/>
              <a:gd name="connsiteY9" fmla="*/ 236389 h 389834"/>
              <a:gd name="connsiteX10" fmla="*/ 3077200 w 3328105"/>
              <a:gd name="connsiteY10" fmla="*/ 72577 h 389834"/>
              <a:gd name="connsiteX11" fmla="*/ 3077200 w 3328105"/>
              <a:gd name="connsiteY11" fmla="*/ 321407 h 389834"/>
              <a:gd name="connsiteX12" fmla="*/ 3131113 w 3328105"/>
              <a:gd name="connsiteY12" fmla="*/ 321407 h 389834"/>
              <a:gd name="connsiteX13" fmla="*/ 3228573 w 3328105"/>
              <a:gd name="connsiteY13" fmla="*/ 279935 h 389834"/>
              <a:gd name="connsiteX14" fmla="*/ 3255529 w 3328105"/>
              <a:gd name="connsiteY14" fmla="*/ 196992 h 389834"/>
              <a:gd name="connsiteX15" fmla="*/ 3228573 w 3328105"/>
              <a:gd name="connsiteY15" fmla="*/ 114048 h 389834"/>
              <a:gd name="connsiteX16" fmla="*/ 3131113 w 3328105"/>
              <a:gd name="connsiteY16" fmla="*/ 72577 h 389834"/>
              <a:gd name="connsiteX17" fmla="*/ 2036261 w 3328105"/>
              <a:gd name="connsiteY17" fmla="*/ 72577 h 389834"/>
              <a:gd name="connsiteX18" fmla="*/ 2036261 w 3328105"/>
              <a:gd name="connsiteY18" fmla="*/ 155520 h 389834"/>
              <a:gd name="connsiteX19" fmla="*/ 2088101 w 3328105"/>
              <a:gd name="connsiteY19" fmla="*/ 155520 h 389834"/>
              <a:gd name="connsiteX20" fmla="*/ 2129573 w 3328105"/>
              <a:gd name="connsiteY20" fmla="*/ 141004 h 389834"/>
              <a:gd name="connsiteX21" fmla="*/ 2139940 w 3328105"/>
              <a:gd name="connsiteY21" fmla="*/ 114048 h 389834"/>
              <a:gd name="connsiteX22" fmla="*/ 2129573 w 3328105"/>
              <a:gd name="connsiteY22" fmla="*/ 87091 h 389834"/>
              <a:gd name="connsiteX23" fmla="*/ 2088101 w 3328105"/>
              <a:gd name="connsiteY23" fmla="*/ 72577 h 389834"/>
              <a:gd name="connsiteX24" fmla="*/ 3004626 w 3328105"/>
              <a:gd name="connsiteY24" fmla="*/ 8294 h 389834"/>
              <a:gd name="connsiteX25" fmla="*/ 3122819 w 3328105"/>
              <a:gd name="connsiteY25" fmla="*/ 8294 h 389834"/>
              <a:gd name="connsiteX26" fmla="*/ 3253456 w 3328105"/>
              <a:gd name="connsiteY26" fmla="*/ 43546 h 389834"/>
              <a:gd name="connsiteX27" fmla="*/ 3328105 w 3328105"/>
              <a:gd name="connsiteY27" fmla="*/ 196992 h 389834"/>
              <a:gd name="connsiteX28" fmla="*/ 3253456 w 3328105"/>
              <a:gd name="connsiteY28" fmla="*/ 350437 h 389834"/>
              <a:gd name="connsiteX29" fmla="*/ 3122819 w 3328105"/>
              <a:gd name="connsiteY29" fmla="*/ 385687 h 389834"/>
              <a:gd name="connsiteX30" fmla="*/ 3004626 w 3328105"/>
              <a:gd name="connsiteY30" fmla="*/ 385687 h 389834"/>
              <a:gd name="connsiteX31" fmla="*/ 2666631 w 3328105"/>
              <a:gd name="connsiteY31" fmla="*/ 8294 h 389834"/>
              <a:gd name="connsiteX32" fmla="*/ 2892652 w 3328105"/>
              <a:gd name="connsiteY32" fmla="*/ 8294 h 389834"/>
              <a:gd name="connsiteX33" fmla="*/ 2892652 w 3328105"/>
              <a:gd name="connsiteY33" fmla="*/ 72577 h 389834"/>
              <a:gd name="connsiteX34" fmla="*/ 2739207 w 3328105"/>
              <a:gd name="connsiteY34" fmla="*/ 72577 h 389834"/>
              <a:gd name="connsiteX35" fmla="*/ 2739207 w 3328105"/>
              <a:gd name="connsiteY35" fmla="*/ 151373 h 389834"/>
              <a:gd name="connsiteX36" fmla="*/ 2855328 w 3328105"/>
              <a:gd name="connsiteY36" fmla="*/ 151373 h 389834"/>
              <a:gd name="connsiteX37" fmla="*/ 2855328 w 3328105"/>
              <a:gd name="connsiteY37" fmla="*/ 215653 h 389834"/>
              <a:gd name="connsiteX38" fmla="*/ 2739207 w 3328105"/>
              <a:gd name="connsiteY38" fmla="*/ 215653 h 389834"/>
              <a:gd name="connsiteX39" fmla="*/ 2739207 w 3328105"/>
              <a:gd name="connsiteY39" fmla="*/ 321407 h 389834"/>
              <a:gd name="connsiteX40" fmla="*/ 2898872 w 3328105"/>
              <a:gd name="connsiteY40" fmla="*/ 321407 h 389834"/>
              <a:gd name="connsiteX41" fmla="*/ 2898872 w 3328105"/>
              <a:gd name="connsiteY41" fmla="*/ 385687 h 389834"/>
              <a:gd name="connsiteX42" fmla="*/ 2666631 w 3328105"/>
              <a:gd name="connsiteY42" fmla="*/ 385687 h 389834"/>
              <a:gd name="connsiteX43" fmla="*/ 2339004 w 3328105"/>
              <a:gd name="connsiteY43" fmla="*/ 8294 h 389834"/>
              <a:gd name="connsiteX44" fmla="*/ 2411581 w 3328105"/>
              <a:gd name="connsiteY44" fmla="*/ 8294 h 389834"/>
              <a:gd name="connsiteX45" fmla="*/ 2411581 w 3328105"/>
              <a:gd name="connsiteY45" fmla="*/ 321407 h 389834"/>
              <a:gd name="connsiteX46" fmla="*/ 2571245 w 3328105"/>
              <a:gd name="connsiteY46" fmla="*/ 321407 h 389834"/>
              <a:gd name="connsiteX47" fmla="*/ 2571245 w 3328105"/>
              <a:gd name="connsiteY47" fmla="*/ 385687 h 389834"/>
              <a:gd name="connsiteX48" fmla="*/ 2339004 w 3328105"/>
              <a:gd name="connsiteY48" fmla="*/ 385687 h 389834"/>
              <a:gd name="connsiteX49" fmla="*/ 1457731 w 3328105"/>
              <a:gd name="connsiteY49" fmla="*/ 8294 h 389834"/>
              <a:gd name="connsiteX50" fmla="*/ 1509570 w 3328105"/>
              <a:gd name="connsiteY50" fmla="*/ 8294 h 389834"/>
              <a:gd name="connsiteX51" fmla="*/ 1650574 w 3328105"/>
              <a:gd name="connsiteY51" fmla="*/ 234316 h 389834"/>
              <a:gd name="connsiteX52" fmla="*/ 1787430 w 3328105"/>
              <a:gd name="connsiteY52" fmla="*/ 8294 h 389834"/>
              <a:gd name="connsiteX53" fmla="*/ 1839271 w 3328105"/>
              <a:gd name="connsiteY53" fmla="*/ 8294 h 389834"/>
              <a:gd name="connsiteX54" fmla="*/ 1839271 w 3328105"/>
              <a:gd name="connsiteY54" fmla="*/ 385687 h 389834"/>
              <a:gd name="connsiteX55" fmla="*/ 1766695 w 3328105"/>
              <a:gd name="connsiteY55" fmla="*/ 385687 h 389834"/>
              <a:gd name="connsiteX56" fmla="*/ 1766695 w 3328105"/>
              <a:gd name="connsiteY56" fmla="*/ 174181 h 389834"/>
              <a:gd name="connsiteX57" fmla="*/ 1675457 w 3328105"/>
              <a:gd name="connsiteY57" fmla="*/ 323479 h 389834"/>
              <a:gd name="connsiteX58" fmla="*/ 1623618 w 3328105"/>
              <a:gd name="connsiteY58" fmla="*/ 323479 h 389834"/>
              <a:gd name="connsiteX59" fmla="*/ 1530306 w 3328105"/>
              <a:gd name="connsiteY59" fmla="*/ 174181 h 389834"/>
              <a:gd name="connsiteX60" fmla="*/ 1530306 w 3328105"/>
              <a:gd name="connsiteY60" fmla="*/ 385687 h 389834"/>
              <a:gd name="connsiteX61" fmla="*/ 1457731 w 3328105"/>
              <a:gd name="connsiteY61" fmla="*/ 385687 h 389834"/>
              <a:gd name="connsiteX62" fmla="*/ 1123883 w 3328105"/>
              <a:gd name="connsiteY62" fmla="*/ 8294 h 389834"/>
              <a:gd name="connsiteX63" fmla="*/ 1349905 w 3328105"/>
              <a:gd name="connsiteY63" fmla="*/ 8294 h 389834"/>
              <a:gd name="connsiteX64" fmla="*/ 1349905 w 3328105"/>
              <a:gd name="connsiteY64" fmla="*/ 72577 h 389834"/>
              <a:gd name="connsiteX65" fmla="*/ 1196460 w 3328105"/>
              <a:gd name="connsiteY65" fmla="*/ 72577 h 389834"/>
              <a:gd name="connsiteX66" fmla="*/ 1196460 w 3328105"/>
              <a:gd name="connsiteY66" fmla="*/ 151373 h 389834"/>
              <a:gd name="connsiteX67" fmla="*/ 1312581 w 3328105"/>
              <a:gd name="connsiteY67" fmla="*/ 151373 h 389834"/>
              <a:gd name="connsiteX68" fmla="*/ 1312581 w 3328105"/>
              <a:gd name="connsiteY68" fmla="*/ 215653 h 389834"/>
              <a:gd name="connsiteX69" fmla="*/ 1196460 w 3328105"/>
              <a:gd name="connsiteY69" fmla="*/ 215653 h 389834"/>
              <a:gd name="connsiteX70" fmla="*/ 1196460 w 3328105"/>
              <a:gd name="connsiteY70" fmla="*/ 321407 h 389834"/>
              <a:gd name="connsiteX71" fmla="*/ 1356125 w 3328105"/>
              <a:gd name="connsiteY71" fmla="*/ 321407 h 389834"/>
              <a:gd name="connsiteX72" fmla="*/ 1356125 w 3328105"/>
              <a:gd name="connsiteY72" fmla="*/ 385687 h 389834"/>
              <a:gd name="connsiteX73" fmla="*/ 1123883 w 3328105"/>
              <a:gd name="connsiteY73" fmla="*/ 385687 h 389834"/>
              <a:gd name="connsiteX74" fmla="*/ 161740 w 3328105"/>
              <a:gd name="connsiteY74" fmla="*/ 8294 h 389834"/>
              <a:gd name="connsiteX75" fmla="*/ 213580 w 3328105"/>
              <a:gd name="connsiteY75" fmla="*/ 8294 h 389834"/>
              <a:gd name="connsiteX76" fmla="*/ 375320 w 3328105"/>
              <a:gd name="connsiteY76" fmla="*/ 385687 h 389834"/>
              <a:gd name="connsiteX77" fmla="*/ 298596 w 3328105"/>
              <a:gd name="connsiteY77" fmla="*/ 385687 h 389834"/>
              <a:gd name="connsiteX78" fmla="*/ 263346 w 3328105"/>
              <a:gd name="connsiteY78" fmla="*/ 302743 h 389834"/>
              <a:gd name="connsiteX79" fmla="*/ 111974 w 3328105"/>
              <a:gd name="connsiteY79" fmla="*/ 302743 h 389834"/>
              <a:gd name="connsiteX80" fmla="*/ 76724 w 3328105"/>
              <a:gd name="connsiteY80" fmla="*/ 385687 h 389834"/>
              <a:gd name="connsiteX81" fmla="*/ 0 w 3328105"/>
              <a:gd name="connsiteY81" fmla="*/ 385687 h 389834"/>
              <a:gd name="connsiteX82" fmla="*/ 2094321 w 3328105"/>
              <a:gd name="connsiteY82" fmla="*/ 6222 h 389834"/>
              <a:gd name="connsiteX83" fmla="*/ 2179339 w 3328105"/>
              <a:gd name="connsiteY83" fmla="*/ 33177 h 389834"/>
              <a:gd name="connsiteX84" fmla="*/ 2214589 w 3328105"/>
              <a:gd name="connsiteY84" fmla="*/ 109901 h 389834"/>
              <a:gd name="connsiteX85" fmla="*/ 2189706 w 3328105"/>
              <a:gd name="connsiteY85" fmla="*/ 174181 h 389834"/>
              <a:gd name="connsiteX86" fmla="*/ 2245694 w 3328105"/>
              <a:gd name="connsiteY86" fmla="*/ 271641 h 389834"/>
              <a:gd name="connsiteX87" fmla="*/ 2210442 w 3328105"/>
              <a:gd name="connsiteY87" fmla="*/ 352510 h 389834"/>
              <a:gd name="connsiteX88" fmla="*/ 2110910 w 3328105"/>
              <a:gd name="connsiteY88" fmla="*/ 385687 h 389834"/>
              <a:gd name="connsiteX89" fmla="*/ 1963686 w 3328105"/>
              <a:gd name="connsiteY89" fmla="*/ 385687 h 389834"/>
              <a:gd name="connsiteX90" fmla="*/ 1963686 w 3328105"/>
              <a:gd name="connsiteY90" fmla="*/ 8294 h 389834"/>
              <a:gd name="connsiteX91" fmla="*/ 899936 w 3328105"/>
              <a:gd name="connsiteY91" fmla="*/ 0 h 389834"/>
              <a:gd name="connsiteX92" fmla="*/ 1009835 w 3328105"/>
              <a:gd name="connsiteY92" fmla="*/ 35252 h 389834"/>
              <a:gd name="connsiteX93" fmla="*/ 972513 w 3328105"/>
              <a:gd name="connsiteY93" fmla="*/ 89165 h 389834"/>
              <a:gd name="connsiteX94" fmla="*/ 906156 w 3328105"/>
              <a:gd name="connsiteY94" fmla="*/ 64282 h 389834"/>
              <a:gd name="connsiteX95" fmla="*/ 848097 w 3328105"/>
              <a:gd name="connsiteY95" fmla="*/ 105754 h 389834"/>
              <a:gd name="connsiteX96" fmla="*/ 1022279 w 3328105"/>
              <a:gd name="connsiteY96" fmla="*/ 275788 h 389834"/>
              <a:gd name="connsiteX97" fmla="*/ 893716 w 3328105"/>
              <a:gd name="connsiteY97" fmla="*/ 389834 h 389834"/>
              <a:gd name="connsiteX98" fmla="*/ 756860 w 3328105"/>
              <a:gd name="connsiteY98" fmla="*/ 333848 h 389834"/>
              <a:gd name="connsiteX99" fmla="*/ 804551 w 3328105"/>
              <a:gd name="connsiteY99" fmla="*/ 282008 h 389834"/>
              <a:gd name="connsiteX100" fmla="*/ 893716 w 3328105"/>
              <a:gd name="connsiteY100" fmla="*/ 323479 h 389834"/>
              <a:gd name="connsiteX101" fmla="*/ 949702 w 3328105"/>
              <a:gd name="connsiteY101" fmla="*/ 275788 h 389834"/>
              <a:gd name="connsiteX102" fmla="*/ 829434 w 3328105"/>
              <a:gd name="connsiteY102" fmla="*/ 190770 h 389834"/>
              <a:gd name="connsiteX103" fmla="*/ 775521 w 3328105"/>
              <a:gd name="connsiteY103" fmla="*/ 105754 h 389834"/>
              <a:gd name="connsiteX104" fmla="*/ 899936 w 3328105"/>
              <a:gd name="connsiteY104" fmla="*/ 0 h 389834"/>
              <a:gd name="connsiteX105" fmla="*/ 580604 w 3328105"/>
              <a:gd name="connsiteY105" fmla="*/ 0 h 389834"/>
              <a:gd name="connsiteX106" fmla="*/ 690505 w 3328105"/>
              <a:gd name="connsiteY106" fmla="*/ 35252 h 389834"/>
              <a:gd name="connsiteX107" fmla="*/ 653180 w 3328105"/>
              <a:gd name="connsiteY107" fmla="*/ 89165 h 389834"/>
              <a:gd name="connsiteX108" fmla="*/ 586826 w 3328105"/>
              <a:gd name="connsiteY108" fmla="*/ 64282 h 389834"/>
              <a:gd name="connsiteX109" fmla="*/ 528765 w 3328105"/>
              <a:gd name="connsiteY109" fmla="*/ 105754 h 389834"/>
              <a:gd name="connsiteX110" fmla="*/ 702946 w 3328105"/>
              <a:gd name="connsiteY110" fmla="*/ 275788 h 389834"/>
              <a:gd name="connsiteX111" fmla="*/ 574384 w 3328105"/>
              <a:gd name="connsiteY111" fmla="*/ 389834 h 389834"/>
              <a:gd name="connsiteX112" fmla="*/ 437528 w 3328105"/>
              <a:gd name="connsiteY112" fmla="*/ 333848 h 389834"/>
              <a:gd name="connsiteX113" fmla="*/ 485219 w 3328105"/>
              <a:gd name="connsiteY113" fmla="*/ 282008 h 389834"/>
              <a:gd name="connsiteX114" fmla="*/ 574384 w 3328105"/>
              <a:gd name="connsiteY114" fmla="*/ 323479 h 389834"/>
              <a:gd name="connsiteX115" fmla="*/ 630370 w 3328105"/>
              <a:gd name="connsiteY115" fmla="*/ 275788 h 389834"/>
              <a:gd name="connsiteX116" fmla="*/ 510102 w 3328105"/>
              <a:gd name="connsiteY116" fmla="*/ 190770 h 389834"/>
              <a:gd name="connsiteX117" fmla="*/ 456189 w 3328105"/>
              <a:gd name="connsiteY117" fmla="*/ 105754 h 389834"/>
              <a:gd name="connsiteX118" fmla="*/ 580604 w 3328105"/>
              <a:gd name="connsiteY118" fmla="*/ 0 h 389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3328105" h="389834">
                <a:moveTo>
                  <a:pt x="2036261" y="217728"/>
                </a:moveTo>
                <a:lnTo>
                  <a:pt x="2036261" y="321407"/>
                </a:lnTo>
                <a:lnTo>
                  <a:pt x="2108837" y="321407"/>
                </a:lnTo>
                <a:cubicBezTo>
                  <a:pt x="2133720" y="321407"/>
                  <a:pt x="2148234" y="315185"/>
                  <a:pt x="2156529" y="304818"/>
                </a:cubicBezTo>
                <a:cubicBezTo>
                  <a:pt x="2166897" y="294449"/>
                  <a:pt x="2171045" y="284082"/>
                  <a:pt x="2171045" y="269566"/>
                </a:cubicBezTo>
                <a:cubicBezTo>
                  <a:pt x="2171045" y="255052"/>
                  <a:pt x="2164823" y="242611"/>
                  <a:pt x="2156529" y="234316"/>
                </a:cubicBezTo>
                <a:cubicBezTo>
                  <a:pt x="2148234" y="223947"/>
                  <a:pt x="2133720" y="217728"/>
                  <a:pt x="2108837" y="217728"/>
                </a:cubicBezTo>
                <a:close/>
                <a:moveTo>
                  <a:pt x="188697" y="124415"/>
                </a:moveTo>
                <a:lnTo>
                  <a:pt x="141004" y="236389"/>
                </a:lnTo>
                <a:lnTo>
                  <a:pt x="236389" y="236389"/>
                </a:lnTo>
                <a:close/>
                <a:moveTo>
                  <a:pt x="3077200" y="72577"/>
                </a:moveTo>
                <a:lnTo>
                  <a:pt x="3077200" y="321407"/>
                </a:lnTo>
                <a:lnTo>
                  <a:pt x="3131113" y="321407"/>
                </a:lnTo>
                <a:cubicBezTo>
                  <a:pt x="3176733" y="321407"/>
                  <a:pt x="3207837" y="306891"/>
                  <a:pt x="3228573" y="279935"/>
                </a:cubicBezTo>
                <a:cubicBezTo>
                  <a:pt x="3245162" y="257125"/>
                  <a:pt x="3255529" y="228094"/>
                  <a:pt x="3255529" y="196992"/>
                </a:cubicBezTo>
                <a:cubicBezTo>
                  <a:pt x="3255529" y="165887"/>
                  <a:pt x="3245162" y="136857"/>
                  <a:pt x="3228573" y="114048"/>
                </a:cubicBezTo>
                <a:cubicBezTo>
                  <a:pt x="3205763" y="89165"/>
                  <a:pt x="3176733" y="72577"/>
                  <a:pt x="3131113" y="72577"/>
                </a:cubicBezTo>
                <a:close/>
                <a:moveTo>
                  <a:pt x="2036261" y="72577"/>
                </a:moveTo>
                <a:lnTo>
                  <a:pt x="2036261" y="155520"/>
                </a:lnTo>
                <a:lnTo>
                  <a:pt x="2088101" y="155520"/>
                </a:lnTo>
                <a:cubicBezTo>
                  <a:pt x="2110910" y="155520"/>
                  <a:pt x="2121279" y="149298"/>
                  <a:pt x="2129573" y="141004"/>
                </a:cubicBezTo>
                <a:cubicBezTo>
                  <a:pt x="2135793" y="134784"/>
                  <a:pt x="2139940" y="124415"/>
                  <a:pt x="2139940" y="114048"/>
                </a:cubicBezTo>
                <a:cubicBezTo>
                  <a:pt x="2139940" y="103679"/>
                  <a:pt x="2135793" y="93312"/>
                  <a:pt x="2129573" y="87091"/>
                </a:cubicBezTo>
                <a:cubicBezTo>
                  <a:pt x="2121279" y="78796"/>
                  <a:pt x="2110910" y="72577"/>
                  <a:pt x="2088101" y="72577"/>
                </a:cubicBezTo>
                <a:close/>
                <a:moveTo>
                  <a:pt x="3004626" y="8294"/>
                </a:moveTo>
                <a:lnTo>
                  <a:pt x="3122819" y="8294"/>
                </a:lnTo>
                <a:cubicBezTo>
                  <a:pt x="3182954" y="8294"/>
                  <a:pt x="3222351" y="20736"/>
                  <a:pt x="3253456" y="43546"/>
                </a:cubicBezTo>
                <a:cubicBezTo>
                  <a:pt x="3299075" y="78796"/>
                  <a:pt x="3328105" y="134784"/>
                  <a:pt x="3328105" y="196992"/>
                </a:cubicBezTo>
                <a:cubicBezTo>
                  <a:pt x="3328105" y="259199"/>
                  <a:pt x="3299075" y="315185"/>
                  <a:pt x="3253456" y="350437"/>
                </a:cubicBezTo>
                <a:cubicBezTo>
                  <a:pt x="3222351" y="373245"/>
                  <a:pt x="3182954" y="385687"/>
                  <a:pt x="3122819" y="385687"/>
                </a:cubicBezTo>
                <a:lnTo>
                  <a:pt x="3004626" y="385687"/>
                </a:lnTo>
                <a:close/>
                <a:moveTo>
                  <a:pt x="2666631" y="8294"/>
                </a:moveTo>
                <a:lnTo>
                  <a:pt x="2892652" y="8294"/>
                </a:lnTo>
                <a:lnTo>
                  <a:pt x="2892652" y="72577"/>
                </a:lnTo>
                <a:lnTo>
                  <a:pt x="2739207" y="72577"/>
                </a:lnTo>
                <a:lnTo>
                  <a:pt x="2739207" y="151373"/>
                </a:lnTo>
                <a:lnTo>
                  <a:pt x="2855328" y="151373"/>
                </a:lnTo>
                <a:lnTo>
                  <a:pt x="2855328" y="215653"/>
                </a:lnTo>
                <a:lnTo>
                  <a:pt x="2739207" y="215653"/>
                </a:lnTo>
                <a:lnTo>
                  <a:pt x="2739207" y="321407"/>
                </a:lnTo>
                <a:lnTo>
                  <a:pt x="2898872" y="321407"/>
                </a:lnTo>
                <a:lnTo>
                  <a:pt x="2898872" y="385687"/>
                </a:lnTo>
                <a:lnTo>
                  <a:pt x="2666631" y="385687"/>
                </a:lnTo>
                <a:close/>
                <a:moveTo>
                  <a:pt x="2339004" y="8294"/>
                </a:moveTo>
                <a:lnTo>
                  <a:pt x="2411581" y="8294"/>
                </a:lnTo>
                <a:lnTo>
                  <a:pt x="2411581" y="321407"/>
                </a:lnTo>
                <a:lnTo>
                  <a:pt x="2571245" y="321407"/>
                </a:lnTo>
                <a:lnTo>
                  <a:pt x="2571245" y="385687"/>
                </a:lnTo>
                <a:lnTo>
                  <a:pt x="2339004" y="385687"/>
                </a:lnTo>
                <a:close/>
                <a:moveTo>
                  <a:pt x="1457731" y="8294"/>
                </a:moveTo>
                <a:lnTo>
                  <a:pt x="1509570" y="8294"/>
                </a:lnTo>
                <a:lnTo>
                  <a:pt x="1650574" y="234316"/>
                </a:lnTo>
                <a:lnTo>
                  <a:pt x="1787430" y="8294"/>
                </a:lnTo>
                <a:lnTo>
                  <a:pt x="1839271" y="8294"/>
                </a:lnTo>
                <a:lnTo>
                  <a:pt x="1839271" y="385687"/>
                </a:lnTo>
                <a:lnTo>
                  <a:pt x="1766695" y="385687"/>
                </a:lnTo>
                <a:lnTo>
                  <a:pt x="1766695" y="174181"/>
                </a:lnTo>
                <a:lnTo>
                  <a:pt x="1675457" y="323479"/>
                </a:lnTo>
                <a:lnTo>
                  <a:pt x="1623618" y="323479"/>
                </a:lnTo>
                <a:lnTo>
                  <a:pt x="1530306" y="174181"/>
                </a:lnTo>
                <a:lnTo>
                  <a:pt x="1530306" y="385687"/>
                </a:lnTo>
                <a:lnTo>
                  <a:pt x="1457731" y="385687"/>
                </a:lnTo>
                <a:close/>
                <a:moveTo>
                  <a:pt x="1123883" y="8294"/>
                </a:moveTo>
                <a:lnTo>
                  <a:pt x="1349905" y="8294"/>
                </a:lnTo>
                <a:lnTo>
                  <a:pt x="1349905" y="72577"/>
                </a:lnTo>
                <a:lnTo>
                  <a:pt x="1196460" y="72577"/>
                </a:lnTo>
                <a:lnTo>
                  <a:pt x="1196460" y="151373"/>
                </a:lnTo>
                <a:lnTo>
                  <a:pt x="1312581" y="151373"/>
                </a:lnTo>
                <a:lnTo>
                  <a:pt x="1312581" y="215653"/>
                </a:lnTo>
                <a:lnTo>
                  <a:pt x="1196460" y="215653"/>
                </a:lnTo>
                <a:lnTo>
                  <a:pt x="1196460" y="321407"/>
                </a:lnTo>
                <a:lnTo>
                  <a:pt x="1356125" y="321407"/>
                </a:lnTo>
                <a:lnTo>
                  <a:pt x="1356125" y="385687"/>
                </a:lnTo>
                <a:lnTo>
                  <a:pt x="1123883" y="385687"/>
                </a:lnTo>
                <a:close/>
                <a:moveTo>
                  <a:pt x="161740" y="8294"/>
                </a:moveTo>
                <a:lnTo>
                  <a:pt x="213580" y="8294"/>
                </a:lnTo>
                <a:lnTo>
                  <a:pt x="375320" y="385687"/>
                </a:lnTo>
                <a:lnTo>
                  <a:pt x="298596" y="385687"/>
                </a:lnTo>
                <a:lnTo>
                  <a:pt x="263346" y="302743"/>
                </a:lnTo>
                <a:lnTo>
                  <a:pt x="111974" y="302743"/>
                </a:lnTo>
                <a:lnTo>
                  <a:pt x="76724" y="385687"/>
                </a:lnTo>
                <a:lnTo>
                  <a:pt x="0" y="385687"/>
                </a:lnTo>
                <a:close/>
                <a:moveTo>
                  <a:pt x="2094321" y="6222"/>
                </a:moveTo>
                <a:cubicBezTo>
                  <a:pt x="2137867" y="6222"/>
                  <a:pt x="2160676" y="16589"/>
                  <a:pt x="2179339" y="33177"/>
                </a:cubicBezTo>
                <a:cubicBezTo>
                  <a:pt x="2200075" y="51841"/>
                  <a:pt x="2214589" y="78796"/>
                  <a:pt x="2214589" y="109901"/>
                </a:cubicBezTo>
                <a:cubicBezTo>
                  <a:pt x="2214589" y="134784"/>
                  <a:pt x="2202147" y="161740"/>
                  <a:pt x="2189706" y="174181"/>
                </a:cubicBezTo>
                <a:cubicBezTo>
                  <a:pt x="2222883" y="190770"/>
                  <a:pt x="2245694" y="230169"/>
                  <a:pt x="2245694" y="271641"/>
                </a:cubicBezTo>
                <a:cubicBezTo>
                  <a:pt x="2245694" y="302743"/>
                  <a:pt x="2231177" y="331774"/>
                  <a:pt x="2210442" y="352510"/>
                </a:cubicBezTo>
                <a:cubicBezTo>
                  <a:pt x="2189706" y="373245"/>
                  <a:pt x="2158603" y="385687"/>
                  <a:pt x="2110910" y="385687"/>
                </a:cubicBezTo>
                <a:lnTo>
                  <a:pt x="1963686" y="385687"/>
                </a:lnTo>
                <a:lnTo>
                  <a:pt x="1963686" y="8294"/>
                </a:lnTo>
                <a:close/>
                <a:moveTo>
                  <a:pt x="899936" y="0"/>
                </a:moveTo>
                <a:cubicBezTo>
                  <a:pt x="939335" y="0"/>
                  <a:pt x="974585" y="8294"/>
                  <a:pt x="1009835" y="35252"/>
                </a:cubicBezTo>
                <a:lnTo>
                  <a:pt x="972513" y="89165"/>
                </a:lnTo>
                <a:cubicBezTo>
                  <a:pt x="955924" y="74649"/>
                  <a:pt x="931041" y="64282"/>
                  <a:pt x="906156" y="64282"/>
                </a:cubicBezTo>
                <a:cubicBezTo>
                  <a:pt x="879200" y="64282"/>
                  <a:pt x="848097" y="76724"/>
                  <a:pt x="848097" y="105754"/>
                </a:cubicBezTo>
                <a:cubicBezTo>
                  <a:pt x="848097" y="167962"/>
                  <a:pt x="1022279" y="147226"/>
                  <a:pt x="1022279" y="275788"/>
                </a:cubicBezTo>
                <a:cubicBezTo>
                  <a:pt x="1022279" y="344215"/>
                  <a:pt x="962143" y="389834"/>
                  <a:pt x="893716" y="389834"/>
                </a:cubicBezTo>
                <a:cubicBezTo>
                  <a:pt x="841876" y="389834"/>
                  <a:pt x="796257" y="369098"/>
                  <a:pt x="756860" y="333848"/>
                </a:cubicBezTo>
                <a:lnTo>
                  <a:pt x="804551" y="282008"/>
                </a:lnTo>
                <a:cubicBezTo>
                  <a:pt x="825287" y="304818"/>
                  <a:pt x="858464" y="323479"/>
                  <a:pt x="893716" y="323479"/>
                </a:cubicBezTo>
                <a:cubicBezTo>
                  <a:pt x="926891" y="323479"/>
                  <a:pt x="949702" y="302743"/>
                  <a:pt x="949702" y="275788"/>
                </a:cubicBezTo>
                <a:cubicBezTo>
                  <a:pt x="949702" y="226022"/>
                  <a:pt x="881275" y="219800"/>
                  <a:pt x="829434" y="190770"/>
                </a:cubicBezTo>
                <a:cubicBezTo>
                  <a:pt x="798331" y="174181"/>
                  <a:pt x="775521" y="149298"/>
                  <a:pt x="775521" y="105754"/>
                </a:cubicBezTo>
                <a:cubicBezTo>
                  <a:pt x="775521" y="39399"/>
                  <a:pt x="837728" y="0"/>
                  <a:pt x="899936" y="0"/>
                </a:cubicBezTo>
                <a:close/>
                <a:moveTo>
                  <a:pt x="580604" y="0"/>
                </a:moveTo>
                <a:cubicBezTo>
                  <a:pt x="620003" y="0"/>
                  <a:pt x="655253" y="8294"/>
                  <a:pt x="690505" y="35252"/>
                </a:cubicBezTo>
                <a:lnTo>
                  <a:pt x="653180" y="89165"/>
                </a:lnTo>
                <a:cubicBezTo>
                  <a:pt x="636592" y="74649"/>
                  <a:pt x="611709" y="64282"/>
                  <a:pt x="586826" y="64282"/>
                </a:cubicBezTo>
                <a:cubicBezTo>
                  <a:pt x="559868" y="64282"/>
                  <a:pt x="528765" y="76724"/>
                  <a:pt x="528765" y="105754"/>
                </a:cubicBezTo>
                <a:cubicBezTo>
                  <a:pt x="528765" y="167962"/>
                  <a:pt x="702946" y="147226"/>
                  <a:pt x="702946" y="275788"/>
                </a:cubicBezTo>
                <a:cubicBezTo>
                  <a:pt x="702946" y="344215"/>
                  <a:pt x="642811" y="389834"/>
                  <a:pt x="574384" y="389834"/>
                </a:cubicBezTo>
                <a:cubicBezTo>
                  <a:pt x="522543" y="389834"/>
                  <a:pt x="476925" y="369098"/>
                  <a:pt x="437528" y="333848"/>
                </a:cubicBezTo>
                <a:lnTo>
                  <a:pt x="485219" y="282008"/>
                </a:lnTo>
                <a:cubicBezTo>
                  <a:pt x="505955" y="304818"/>
                  <a:pt x="539132" y="323479"/>
                  <a:pt x="574384" y="323479"/>
                </a:cubicBezTo>
                <a:cubicBezTo>
                  <a:pt x="607561" y="323479"/>
                  <a:pt x="630370" y="302743"/>
                  <a:pt x="630370" y="275788"/>
                </a:cubicBezTo>
                <a:cubicBezTo>
                  <a:pt x="630370" y="226022"/>
                  <a:pt x="561943" y="219800"/>
                  <a:pt x="510102" y="190770"/>
                </a:cubicBezTo>
                <a:cubicBezTo>
                  <a:pt x="478999" y="174181"/>
                  <a:pt x="456189" y="149298"/>
                  <a:pt x="456189" y="105754"/>
                </a:cubicBezTo>
                <a:cubicBezTo>
                  <a:pt x="456189" y="39399"/>
                  <a:pt x="518396" y="0"/>
                  <a:pt x="58060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38B0B93-1628-F022-C015-C9A31594F219}"/>
              </a:ext>
            </a:extLst>
          </p:cNvPr>
          <p:cNvSpPr/>
          <p:nvPr userDrawn="1"/>
        </p:nvSpPr>
        <p:spPr>
          <a:xfrm>
            <a:off x="7719490" y="2081497"/>
            <a:ext cx="1889729" cy="398067"/>
          </a:xfrm>
          <a:custGeom>
            <a:avLst/>
            <a:gdLst>
              <a:gd name="connsiteX0" fmla="*/ 1604955 w 1791578"/>
              <a:gd name="connsiteY0" fmla="*/ 116120 h 377392"/>
              <a:gd name="connsiteX1" fmla="*/ 1557261 w 1791578"/>
              <a:gd name="connsiteY1" fmla="*/ 228094 h 377392"/>
              <a:gd name="connsiteX2" fmla="*/ 1652646 w 1791578"/>
              <a:gd name="connsiteY2" fmla="*/ 228094 h 377392"/>
              <a:gd name="connsiteX3" fmla="*/ 912378 w 1791578"/>
              <a:gd name="connsiteY3" fmla="*/ 64282 h 377392"/>
              <a:gd name="connsiteX4" fmla="*/ 912378 w 1791578"/>
              <a:gd name="connsiteY4" fmla="*/ 313112 h 377392"/>
              <a:gd name="connsiteX5" fmla="*/ 966291 w 1791578"/>
              <a:gd name="connsiteY5" fmla="*/ 313112 h 377392"/>
              <a:gd name="connsiteX6" fmla="*/ 1063748 w 1791578"/>
              <a:gd name="connsiteY6" fmla="*/ 271640 h 377392"/>
              <a:gd name="connsiteX7" fmla="*/ 1090706 w 1791578"/>
              <a:gd name="connsiteY7" fmla="*/ 188697 h 377392"/>
              <a:gd name="connsiteX8" fmla="*/ 1063748 w 1791578"/>
              <a:gd name="connsiteY8" fmla="*/ 105754 h 377392"/>
              <a:gd name="connsiteX9" fmla="*/ 966291 w 1791578"/>
              <a:gd name="connsiteY9" fmla="*/ 64282 h 377392"/>
              <a:gd name="connsiteX10" fmla="*/ 1577997 w 1791578"/>
              <a:gd name="connsiteY10" fmla="*/ 0 h 377392"/>
              <a:gd name="connsiteX11" fmla="*/ 1629838 w 1791578"/>
              <a:gd name="connsiteY11" fmla="*/ 0 h 377392"/>
              <a:gd name="connsiteX12" fmla="*/ 1791578 w 1791578"/>
              <a:gd name="connsiteY12" fmla="*/ 377392 h 377392"/>
              <a:gd name="connsiteX13" fmla="*/ 1714854 w 1791578"/>
              <a:gd name="connsiteY13" fmla="*/ 377392 h 377392"/>
              <a:gd name="connsiteX14" fmla="*/ 1679604 w 1791578"/>
              <a:gd name="connsiteY14" fmla="*/ 294449 h 377392"/>
              <a:gd name="connsiteX15" fmla="*/ 1528231 w 1791578"/>
              <a:gd name="connsiteY15" fmla="*/ 294449 h 377392"/>
              <a:gd name="connsiteX16" fmla="*/ 1492981 w 1791578"/>
              <a:gd name="connsiteY16" fmla="*/ 377392 h 377392"/>
              <a:gd name="connsiteX17" fmla="*/ 1418332 w 1791578"/>
              <a:gd name="connsiteY17" fmla="*/ 377392 h 377392"/>
              <a:gd name="connsiteX18" fmla="*/ 1262812 w 1791578"/>
              <a:gd name="connsiteY18" fmla="*/ 0 h 377392"/>
              <a:gd name="connsiteX19" fmla="*/ 1335389 w 1791578"/>
              <a:gd name="connsiteY19" fmla="*/ 0 h 377392"/>
              <a:gd name="connsiteX20" fmla="*/ 1335389 w 1791578"/>
              <a:gd name="connsiteY20" fmla="*/ 377392 h 377392"/>
              <a:gd name="connsiteX21" fmla="*/ 1262812 w 1791578"/>
              <a:gd name="connsiteY21" fmla="*/ 377392 h 377392"/>
              <a:gd name="connsiteX22" fmla="*/ 839801 w 1791578"/>
              <a:gd name="connsiteY22" fmla="*/ 0 h 377392"/>
              <a:gd name="connsiteX23" fmla="*/ 957996 w 1791578"/>
              <a:gd name="connsiteY23" fmla="*/ 0 h 377392"/>
              <a:gd name="connsiteX24" fmla="*/ 1088631 w 1791578"/>
              <a:gd name="connsiteY24" fmla="*/ 35252 h 377392"/>
              <a:gd name="connsiteX25" fmla="*/ 1163280 w 1791578"/>
              <a:gd name="connsiteY25" fmla="*/ 188697 h 377392"/>
              <a:gd name="connsiteX26" fmla="*/ 1088631 w 1791578"/>
              <a:gd name="connsiteY26" fmla="*/ 342142 h 377392"/>
              <a:gd name="connsiteX27" fmla="*/ 957996 w 1791578"/>
              <a:gd name="connsiteY27" fmla="*/ 377392 h 377392"/>
              <a:gd name="connsiteX28" fmla="*/ 839801 w 1791578"/>
              <a:gd name="connsiteY28" fmla="*/ 377392 h 377392"/>
              <a:gd name="connsiteX29" fmla="*/ 503880 w 1791578"/>
              <a:gd name="connsiteY29" fmla="*/ 0 h 377392"/>
              <a:gd name="connsiteX30" fmla="*/ 729902 w 1791578"/>
              <a:gd name="connsiteY30" fmla="*/ 0 h 377392"/>
              <a:gd name="connsiteX31" fmla="*/ 729902 w 1791578"/>
              <a:gd name="connsiteY31" fmla="*/ 64282 h 377392"/>
              <a:gd name="connsiteX32" fmla="*/ 576457 w 1791578"/>
              <a:gd name="connsiteY32" fmla="*/ 64282 h 377392"/>
              <a:gd name="connsiteX33" fmla="*/ 576457 w 1791578"/>
              <a:gd name="connsiteY33" fmla="*/ 143078 h 377392"/>
              <a:gd name="connsiteX34" fmla="*/ 692578 w 1791578"/>
              <a:gd name="connsiteY34" fmla="*/ 143078 h 377392"/>
              <a:gd name="connsiteX35" fmla="*/ 692578 w 1791578"/>
              <a:gd name="connsiteY35" fmla="*/ 207358 h 377392"/>
              <a:gd name="connsiteX36" fmla="*/ 576457 w 1791578"/>
              <a:gd name="connsiteY36" fmla="*/ 207358 h 377392"/>
              <a:gd name="connsiteX37" fmla="*/ 576457 w 1791578"/>
              <a:gd name="connsiteY37" fmla="*/ 313112 h 377392"/>
              <a:gd name="connsiteX38" fmla="*/ 736122 w 1791578"/>
              <a:gd name="connsiteY38" fmla="*/ 313112 h 377392"/>
              <a:gd name="connsiteX39" fmla="*/ 736122 w 1791578"/>
              <a:gd name="connsiteY39" fmla="*/ 377392 h 377392"/>
              <a:gd name="connsiteX40" fmla="*/ 503880 w 1791578"/>
              <a:gd name="connsiteY40" fmla="*/ 377392 h 377392"/>
              <a:gd name="connsiteX41" fmla="*/ 0 w 1791578"/>
              <a:gd name="connsiteY41" fmla="*/ 0 h 377392"/>
              <a:gd name="connsiteX42" fmla="*/ 51839 w 1791578"/>
              <a:gd name="connsiteY42" fmla="*/ 0 h 377392"/>
              <a:gd name="connsiteX43" fmla="*/ 190770 w 1791578"/>
              <a:gd name="connsiteY43" fmla="*/ 226022 h 377392"/>
              <a:gd name="connsiteX44" fmla="*/ 327626 w 1791578"/>
              <a:gd name="connsiteY44" fmla="*/ 0 h 377392"/>
              <a:gd name="connsiteX45" fmla="*/ 379465 w 1791578"/>
              <a:gd name="connsiteY45" fmla="*/ 0 h 377392"/>
              <a:gd name="connsiteX46" fmla="*/ 379465 w 1791578"/>
              <a:gd name="connsiteY46" fmla="*/ 377392 h 377392"/>
              <a:gd name="connsiteX47" fmla="*/ 306891 w 1791578"/>
              <a:gd name="connsiteY47" fmla="*/ 377392 h 377392"/>
              <a:gd name="connsiteX48" fmla="*/ 306891 w 1791578"/>
              <a:gd name="connsiteY48" fmla="*/ 165887 h 377392"/>
              <a:gd name="connsiteX49" fmla="*/ 215653 w 1791578"/>
              <a:gd name="connsiteY49" fmla="*/ 315185 h 377392"/>
              <a:gd name="connsiteX50" fmla="*/ 163812 w 1791578"/>
              <a:gd name="connsiteY50" fmla="*/ 315185 h 377392"/>
              <a:gd name="connsiteX51" fmla="*/ 72574 w 1791578"/>
              <a:gd name="connsiteY51" fmla="*/ 165887 h 377392"/>
              <a:gd name="connsiteX52" fmla="*/ 72574 w 1791578"/>
              <a:gd name="connsiteY52" fmla="*/ 377392 h 377392"/>
              <a:gd name="connsiteX53" fmla="*/ 0 w 1791578"/>
              <a:gd name="connsiteY53" fmla="*/ 377392 h 37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791578" h="377392">
                <a:moveTo>
                  <a:pt x="1604955" y="116120"/>
                </a:moveTo>
                <a:lnTo>
                  <a:pt x="1557261" y="228094"/>
                </a:lnTo>
                <a:lnTo>
                  <a:pt x="1652646" y="228094"/>
                </a:lnTo>
                <a:close/>
                <a:moveTo>
                  <a:pt x="912378" y="64282"/>
                </a:moveTo>
                <a:lnTo>
                  <a:pt x="912378" y="313112"/>
                </a:lnTo>
                <a:lnTo>
                  <a:pt x="966291" y="313112"/>
                </a:lnTo>
                <a:cubicBezTo>
                  <a:pt x="1011907" y="313112"/>
                  <a:pt x="1043012" y="298596"/>
                  <a:pt x="1063748" y="271640"/>
                </a:cubicBezTo>
                <a:cubicBezTo>
                  <a:pt x="1080337" y="248830"/>
                  <a:pt x="1090706" y="219800"/>
                  <a:pt x="1090706" y="188697"/>
                </a:cubicBezTo>
                <a:cubicBezTo>
                  <a:pt x="1090706" y="157592"/>
                  <a:pt x="1080337" y="128562"/>
                  <a:pt x="1063748" y="105754"/>
                </a:cubicBezTo>
                <a:cubicBezTo>
                  <a:pt x="1040940" y="80871"/>
                  <a:pt x="1011907" y="64282"/>
                  <a:pt x="966291" y="64282"/>
                </a:cubicBezTo>
                <a:close/>
                <a:moveTo>
                  <a:pt x="1577997" y="0"/>
                </a:moveTo>
                <a:lnTo>
                  <a:pt x="1629838" y="0"/>
                </a:lnTo>
                <a:lnTo>
                  <a:pt x="1791578" y="377392"/>
                </a:lnTo>
                <a:lnTo>
                  <a:pt x="1714854" y="377392"/>
                </a:lnTo>
                <a:lnTo>
                  <a:pt x="1679604" y="294449"/>
                </a:lnTo>
                <a:lnTo>
                  <a:pt x="1528231" y="294449"/>
                </a:lnTo>
                <a:lnTo>
                  <a:pt x="1492981" y="377392"/>
                </a:lnTo>
                <a:lnTo>
                  <a:pt x="1418332" y="377392"/>
                </a:lnTo>
                <a:close/>
                <a:moveTo>
                  <a:pt x="1262812" y="0"/>
                </a:moveTo>
                <a:lnTo>
                  <a:pt x="1335389" y="0"/>
                </a:lnTo>
                <a:lnTo>
                  <a:pt x="1335389" y="377392"/>
                </a:lnTo>
                <a:lnTo>
                  <a:pt x="1262812" y="377392"/>
                </a:lnTo>
                <a:close/>
                <a:moveTo>
                  <a:pt x="839801" y="0"/>
                </a:moveTo>
                <a:lnTo>
                  <a:pt x="957996" y="0"/>
                </a:lnTo>
                <a:cubicBezTo>
                  <a:pt x="1018129" y="0"/>
                  <a:pt x="1057528" y="12441"/>
                  <a:pt x="1088631" y="35252"/>
                </a:cubicBezTo>
                <a:cubicBezTo>
                  <a:pt x="1134250" y="70502"/>
                  <a:pt x="1163280" y="126489"/>
                  <a:pt x="1163280" y="188697"/>
                </a:cubicBezTo>
                <a:cubicBezTo>
                  <a:pt x="1163280" y="250905"/>
                  <a:pt x="1134250" y="306890"/>
                  <a:pt x="1088631" y="342142"/>
                </a:cubicBezTo>
                <a:cubicBezTo>
                  <a:pt x="1057528" y="364951"/>
                  <a:pt x="1018129" y="377392"/>
                  <a:pt x="957996" y="377392"/>
                </a:cubicBezTo>
                <a:lnTo>
                  <a:pt x="839801" y="377392"/>
                </a:lnTo>
                <a:close/>
                <a:moveTo>
                  <a:pt x="503880" y="0"/>
                </a:moveTo>
                <a:lnTo>
                  <a:pt x="729902" y="0"/>
                </a:lnTo>
                <a:lnTo>
                  <a:pt x="729902" y="64282"/>
                </a:lnTo>
                <a:lnTo>
                  <a:pt x="576457" y="64282"/>
                </a:lnTo>
                <a:lnTo>
                  <a:pt x="576457" y="143078"/>
                </a:lnTo>
                <a:lnTo>
                  <a:pt x="692578" y="143078"/>
                </a:lnTo>
                <a:lnTo>
                  <a:pt x="692578" y="207358"/>
                </a:lnTo>
                <a:lnTo>
                  <a:pt x="576457" y="207358"/>
                </a:lnTo>
                <a:lnTo>
                  <a:pt x="576457" y="313112"/>
                </a:lnTo>
                <a:lnTo>
                  <a:pt x="736122" y="313112"/>
                </a:lnTo>
                <a:lnTo>
                  <a:pt x="736122" y="377392"/>
                </a:lnTo>
                <a:lnTo>
                  <a:pt x="503880" y="377392"/>
                </a:lnTo>
                <a:close/>
                <a:moveTo>
                  <a:pt x="0" y="0"/>
                </a:moveTo>
                <a:lnTo>
                  <a:pt x="51839" y="0"/>
                </a:lnTo>
                <a:lnTo>
                  <a:pt x="190770" y="226022"/>
                </a:lnTo>
                <a:lnTo>
                  <a:pt x="327626" y="0"/>
                </a:lnTo>
                <a:lnTo>
                  <a:pt x="379465" y="0"/>
                </a:lnTo>
                <a:lnTo>
                  <a:pt x="379465" y="377392"/>
                </a:lnTo>
                <a:lnTo>
                  <a:pt x="306891" y="377392"/>
                </a:lnTo>
                <a:lnTo>
                  <a:pt x="306891" y="165887"/>
                </a:lnTo>
                <a:lnTo>
                  <a:pt x="215653" y="315185"/>
                </a:lnTo>
                <a:lnTo>
                  <a:pt x="163812" y="315185"/>
                </a:lnTo>
                <a:lnTo>
                  <a:pt x="72574" y="165887"/>
                </a:lnTo>
                <a:lnTo>
                  <a:pt x="72574" y="377392"/>
                </a:lnTo>
                <a:lnTo>
                  <a:pt x="0" y="3773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69E616-E1B3-5738-2042-B9F628592095}"/>
              </a:ext>
            </a:extLst>
          </p:cNvPr>
          <p:cNvSpPr txBox="1"/>
          <p:nvPr userDrawn="1"/>
        </p:nvSpPr>
        <p:spPr>
          <a:xfrm>
            <a:off x="4874233" y="2938800"/>
            <a:ext cx="24435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b="1" dirty="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1008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.09884 L 2.70833E-6 0.00023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9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8935 L 2.91667E-6 0.000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6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ccel="47000" decel="4700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190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4" repeatCount="indefinite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02BF2E-CDDE-EFAA-AEE9-F74435305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067" y="-11487"/>
            <a:ext cx="4539606" cy="6869486"/>
          </a:xfrm>
          <a:prstGeom prst="rect">
            <a:avLst/>
          </a:prstGeom>
        </p:spPr>
      </p:pic>
      <p:sp>
        <p:nvSpPr>
          <p:cNvPr id="6" name="!!! MAIN CIRCLE ">
            <a:extLst>
              <a:ext uri="{FF2B5EF4-FFF2-40B4-BE49-F238E27FC236}">
                <a16:creationId xmlns:a16="http://schemas.microsoft.com/office/drawing/2014/main" id="{D249B832-A36A-B95B-3C5A-83BD71251042}"/>
              </a:ext>
            </a:extLst>
          </p:cNvPr>
          <p:cNvSpPr/>
          <p:nvPr userDrawn="1"/>
        </p:nvSpPr>
        <p:spPr>
          <a:xfrm>
            <a:off x="1079540" y="1"/>
            <a:ext cx="6857999" cy="6857999"/>
          </a:xfrm>
          <a:prstGeom prst="ellipse">
            <a:avLst/>
          </a:prstGeom>
          <a:solidFill>
            <a:srgbClr val="0F1D1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30867F-AF21-5D4C-FD42-84CE2406C39C}"/>
              </a:ext>
            </a:extLst>
          </p:cNvPr>
          <p:cNvCxnSpPr>
            <a:cxnSpLocks/>
          </p:cNvCxnSpPr>
          <p:nvPr userDrawn="1"/>
        </p:nvCxnSpPr>
        <p:spPr>
          <a:xfrm>
            <a:off x="7129670" y="1992313"/>
            <a:ext cx="4479234" cy="0"/>
          </a:xfrm>
          <a:prstGeom prst="line">
            <a:avLst/>
          </a:prstGeom>
          <a:noFill/>
          <a:ln w="3175" cap="flat">
            <a:solidFill>
              <a:srgbClr val="0F1D1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E9B243-7842-A49F-1F1B-9AE8587A5A04}"/>
              </a:ext>
            </a:extLst>
          </p:cNvPr>
          <p:cNvCxnSpPr>
            <a:cxnSpLocks/>
          </p:cNvCxnSpPr>
          <p:nvPr userDrawn="1"/>
        </p:nvCxnSpPr>
        <p:spPr>
          <a:xfrm>
            <a:off x="7129670" y="2966348"/>
            <a:ext cx="4479234" cy="0"/>
          </a:xfrm>
          <a:prstGeom prst="line">
            <a:avLst/>
          </a:prstGeom>
          <a:noFill/>
          <a:ln w="3175" cap="flat">
            <a:solidFill>
              <a:srgbClr val="0F1D1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31D805-F1C0-899D-EB16-32D69AD5BA66}"/>
              </a:ext>
            </a:extLst>
          </p:cNvPr>
          <p:cNvCxnSpPr>
            <a:cxnSpLocks/>
          </p:cNvCxnSpPr>
          <p:nvPr userDrawn="1"/>
        </p:nvCxnSpPr>
        <p:spPr>
          <a:xfrm>
            <a:off x="7129670" y="3940383"/>
            <a:ext cx="4479234" cy="0"/>
          </a:xfrm>
          <a:prstGeom prst="line">
            <a:avLst/>
          </a:prstGeom>
          <a:noFill/>
          <a:ln w="3175" cap="flat">
            <a:solidFill>
              <a:srgbClr val="0F1D1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840FDF-38D5-BE6C-8712-0315471EC2A5}"/>
              </a:ext>
            </a:extLst>
          </p:cNvPr>
          <p:cNvCxnSpPr>
            <a:cxnSpLocks/>
          </p:cNvCxnSpPr>
          <p:nvPr userDrawn="1"/>
        </p:nvCxnSpPr>
        <p:spPr>
          <a:xfrm>
            <a:off x="7129670" y="4914418"/>
            <a:ext cx="4479234" cy="0"/>
          </a:xfrm>
          <a:prstGeom prst="line">
            <a:avLst/>
          </a:prstGeom>
          <a:noFill/>
          <a:ln w="3175" cap="flat">
            <a:solidFill>
              <a:srgbClr val="0F1D1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F8C4135-2654-311D-EDBF-366C85202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3852" y="2685233"/>
            <a:ext cx="4800123" cy="1693291"/>
          </a:xfrm>
        </p:spPr>
        <p:txBody>
          <a:bodyPr/>
          <a:lstStyle>
            <a:lvl1pPr marL="0" indent="0">
              <a:buNone/>
              <a:defRPr kumimoji="0" lang="en-US" sz="440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think Sans Medium" pitchFamily="2" charset="77"/>
                <a:ea typeface="Rethink Sans"/>
                <a:cs typeface="+mn-cs"/>
              </a:defRPr>
            </a:lvl1pPr>
          </a:lstStyle>
          <a:p>
            <a:pPr marL="228600" marR="0" lvl="0" indent="-22860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Agenda</a:t>
            </a:r>
            <a:endParaRPr lang="en-AU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BE49FB7-7D8C-2A43-74E5-08A11E48F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828" y="1228151"/>
            <a:ext cx="965200" cy="660400"/>
          </a:xfrm>
        </p:spPr>
        <p:txBody>
          <a:bodyPr>
            <a:noAutofit/>
          </a:bodyPr>
          <a:lstStyle>
            <a:lvl1pPr marL="0" indent="0">
              <a:buNone/>
              <a:defRPr kumimoji="0" lang="en-AU" sz="3200" i="1" u="none" strike="noStrike" kern="0" cap="none" spc="0" normalizeH="0" baseline="0" dirty="0">
                <a:ln>
                  <a:noFill/>
                </a:ln>
                <a:solidFill>
                  <a:srgbClr val="B5D337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/>
              <a:t>01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C4831765-7FBF-2F81-47BB-C2AB4619F5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6821" y="2220026"/>
            <a:ext cx="965200" cy="660400"/>
          </a:xfrm>
        </p:spPr>
        <p:txBody>
          <a:bodyPr>
            <a:noAutofit/>
          </a:bodyPr>
          <a:lstStyle>
            <a:lvl1pPr marL="0" indent="0">
              <a:buNone/>
              <a:defRPr kumimoji="0" lang="en-AU" sz="3200" i="1" u="none" strike="noStrike" kern="0" cap="none" spc="0" normalizeH="0" baseline="0" dirty="0">
                <a:ln>
                  <a:noFill/>
                </a:ln>
                <a:solidFill>
                  <a:srgbClr val="B5D337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/>
              <a:t>02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0A3A0EFF-85C7-10E1-BAA8-9B5559FC65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6100" y="3167519"/>
            <a:ext cx="965200" cy="660400"/>
          </a:xfrm>
        </p:spPr>
        <p:txBody>
          <a:bodyPr>
            <a:noAutofit/>
          </a:bodyPr>
          <a:lstStyle>
            <a:lvl1pPr marL="0" indent="0">
              <a:buNone/>
              <a:defRPr kumimoji="0" lang="en-AU" sz="3200" i="1" u="none" strike="noStrike" kern="0" cap="none" spc="0" normalizeH="0" baseline="0" dirty="0">
                <a:ln>
                  <a:noFill/>
                </a:ln>
                <a:solidFill>
                  <a:srgbClr val="B5D337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/>
              <a:t>03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3230B2E0-C224-44A8-B658-09EC4C1CC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41885" y="4096787"/>
            <a:ext cx="965200" cy="660400"/>
          </a:xfrm>
        </p:spPr>
        <p:txBody>
          <a:bodyPr>
            <a:noAutofit/>
          </a:bodyPr>
          <a:lstStyle>
            <a:lvl1pPr marL="0" indent="0">
              <a:buNone/>
              <a:defRPr kumimoji="0" lang="en-AU" sz="3200" i="1" u="none" strike="noStrike" kern="0" cap="none" spc="0" normalizeH="0" baseline="0" dirty="0">
                <a:ln>
                  <a:noFill/>
                </a:ln>
                <a:solidFill>
                  <a:srgbClr val="B5D337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/>
              <a:t>04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63D28E29-6D0F-DAEE-9F81-59F1F74CE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1828" y="5087394"/>
            <a:ext cx="965200" cy="660400"/>
          </a:xfrm>
        </p:spPr>
        <p:txBody>
          <a:bodyPr>
            <a:noAutofit/>
          </a:bodyPr>
          <a:lstStyle>
            <a:lvl1pPr marL="0" indent="0">
              <a:buNone/>
              <a:defRPr kumimoji="0" lang="en-AU" sz="3200" i="1" u="none" strike="noStrike" kern="0" cap="none" spc="0" normalizeH="0" baseline="0" dirty="0">
                <a:ln>
                  <a:noFill/>
                </a:ln>
                <a:solidFill>
                  <a:srgbClr val="B5D337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/>
              <a:t>05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B622D4-0933-5121-76B4-9D287BCC8F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90912" y="1231418"/>
            <a:ext cx="3568838" cy="612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sz="1800"/>
              <a:t>You can place your agenda items here for discussion</a:t>
            </a:r>
            <a:endParaRPr lang="en-US"/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AE3CC095-C559-57EC-4B64-EAC75F1330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88802" y="2220026"/>
            <a:ext cx="3568838" cy="612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sz="1800"/>
              <a:t>You can place your agenda items here for discussion</a:t>
            </a:r>
            <a:endParaRPr lang="en-US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189C9E98-F270-E80B-2EE3-5938AE5F3A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9664" y="3194060"/>
            <a:ext cx="3568838" cy="612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sz="1800"/>
              <a:t>You can place your agenda items here for discussion</a:t>
            </a:r>
            <a:endParaRPr lang="en-US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1F42A3AA-748E-2C5F-19B7-ACFE68A3B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40066" y="4170374"/>
            <a:ext cx="3568838" cy="612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sz="1800"/>
              <a:t>You can place your agenda items here for discussion</a:t>
            </a:r>
            <a:endParaRPr lang="en-US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0FB57D53-FC75-A376-17D8-70CE414B7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0912" y="5111494"/>
            <a:ext cx="3568838" cy="612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US" sz="1800"/>
              <a:t>You can place your agenda items here for discussion</a:t>
            </a:r>
            <a:endParaRPr lang="en-US"/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5986B32-EB82-61FE-77E7-6EC171A2A16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95864" y="6322384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45" name="Picture 44" descr="A black and white logo&#10;&#10;AI-generated content may be incorrect.">
            <a:extLst>
              <a:ext uri="{FF2B5EF4-FFF2-40B4-BE49-F238E27FC236}">
                <a16:creationId xmlns:a16="http://schemas.microsoft.com/office/drawing/2014/main" id="{0BC08890-3D03-5A35-5E49-8D405B3743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2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A48926-4C7E-7E07-6C9B-ECE3FD04F241}"/>
              </a:ext>
            </a:extLst>
          </p:cNvPr>
          <p:cNvSpPr/>
          <p:nvPr userDrawn="1"/>
        </p:nvSpPr>
        <p:spPr>
          <a:xfrm>
            <a:off x="0" y="2709862"/>
            <a:ext cx="12192000" cy="4148138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2" name="Title 9">
            <a:extLst>
              <a:ext uri="{FF2B5EF4-FFF2-40B4-BE49-F238E27FC236}">
                <a16:creationId xmlns:a16="http://schemas.microsoft.com/office/drawing/2014/main" id="{E36C724B-B02E-E903-C570-EF32343F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53093" y="766123"/>
            <a:ext cx="3704467" cy="2152649"/>
          </a:xfrm>
        </p:spPr>
        <p:txBody>
          <a:bodyPr/>
          <a:lstStyle/>
          <a:p>
            <a:r>
              <a:rPr lang="en-AU" sz="4400">
                <a:sym typeface="Rethink Sans"/>
              </a:rPr>
              <a:t>Who’s here and why?</a:t>
            </a:r>
            <a:br>
              <a:rPr lang="en-AU" sz="4400">
                <a:sym typeface="Rethink Sans"/>
              </a:rPr>
            </a:br>
            <a:endParaRPr lang="en-US" sz="4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67F851-F1D4-9051-3E4D-F588C244915E}"/>
              </a:ext>
            </a:extLst>
          </p:cNvPr>
          <p:cNvGrpSpPr/>
          <p:nvPr userDrawn="1"/>
        </p:nvGrpSpPr>
        <p:grpSpPr>
          <a:xfrm>
            <a:off x="3873756" y="5174661"/>
            <a:ext cx="7739961" cy="792867"/>
            <a:chOff x="3873756" y="5174661"/>
            <a:chExt cx="7739961" cy="79286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67EFDA5-739C-D5DE-191C-21D8808B0BA0}"/>
                </a:ext>
              </a:extLst>
            </p:cNvPr>
            <p:cNvGrpSpPr/>
            <p:nvPr/>
          </p:nvGrpSpPr>
          <p:grpSpPr>
            <a:xfrm>
              <a:off x="3873756" y="5192978"/>
              <a:ext cx="3872748" cy="774550"/>
              <a:chOff x="6413863" y="4871088"/>
              <a:chExt cx="3700650" cy="74013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5156976-9F79-F10D-0E2D-7348B2483924}"/>
                  </a:ext>
                </a:extLst>
              </p:cNvPr>
              <p:cNvSpPr/>
              <p:nvPr/>
            </p:nvSpPr>
            <p:spPr>
              <a:xfrm flipV="1">
                <a:off x="6413863" y="4871088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B29034B-7E56-52E2-430C-04AB4E8E9DE9}"/>
                  </a:ext>
                </a:extLst>
              </p:cNvPr>
              <p:cNvSpPr/>
              <p:nvPr/>
            </p:nvSpPr>
            <p:spPr>
              <a:xfrm flipV="1">
                <a:off x="7153993" y="4871088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3EFF5B2-0759-00B8-9375-3564619E3FAB}"/>
                  </a:ext>
                </a:extLst>
              </p:cNvPr>
              <p:cNvSpPr/>
              <p:nvPr/>
            </p:nvSpPr>
            <p:spPr>
              <a:xfrm flipV="1">
                <a:off x="7894123" y="4871088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5C497C2-56AB-4F28-0070-D1FF4D0829E9}"/>
                  </a:ext>
                </a:extLst>
              </p:cNvPr>
              <p:cNvSpPr/>
              <p:nvPr/>
            </p:nvSpPr>
            <p:spPr>
              <a:xfrm flipV="1">
                <a:off x="8634253" y="4871088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9C2E6C2-706B-AFD9-35D2-B9F3D05B07B9}"/>
                  </a:ext>
                </a:extLst>
              </p:cNvPr>
              <p:cNvSpPr/>
              <p:nvPr/>
            </p:nvSpPr>
            <p:spPr>
              <a:xfrm flipV="1">
                <a:off x="9374383" y="4871088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9A87D32-C370-02DF-573C-2A9FA9E57717}"/>
                </a:ext>
              </a:extLst>
            </p:cNvPr>
            <p:cNvGrpSpPr/>
            <p:nvPr/>
          </p:nvGrpSpPr>
          <p:grpSpPr>
            <a:xfrm>
              <a:off x="7740968" y="5174661"/>
              <a:ext cx="3872749" cy="774550"/>
              <a:chOff x="7924843" y="5581326"/>
              <a:chExt cx="3700651" cy="74013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76CD308-4074-6D27-3A34-0EA3D849988B}"/>
                  </a:ext>
                </a:extLst>
              </p:cNvPr>
              <p:cNvSpPr/>
              <p:nvPr/>
            </p:nvSpPr>
            <p:spPr>
              <a:xfrm flipV="1">
                <a:off x="7924843" y="5581326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EE83661-F82A-DABF-99E6-1955C550E0ED}"/>
                  </a:ext>
                </a:extLst>
              </p:cNvPr>
              <p:cNvSpPr/>
              <p:nvPr/>
            </p:nvSpPr>
            <p:spPr>
              <a:xfrm flipV="1">
                <a:off x="8664974" y="5581326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C91EDC9-4F14-EDDC-6CBF-5EC142F7D34E}"/>
                  </a:ext>
                </a:extLst>
              </p:cNvPr>
              <p:cNvSpPr/>
              <p:nvPr/>
            </p:nvSpPr>
            <p:spPr>
              <a:xfrm flipV="1">
                <a:off x="9405104" y="5581326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F5711E8-E45E-3E3D-0A8A-CEA717A85F6E}"/>
                  </a:ext>
                </a:extLst>
              </p:cNvPr>
              <p:cNvSpPr/>
              <p:nvPr/>
            </p:nvSpPr>
            <p:spPr>
              <a:xfrm flipV="1">
                <a:off x="10145234" y="5581326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00F89FE-647E-6C2A-7E45-480909DAB307}"/>
                  </a:ext>
                </a:extLst>
              </p:cNvPr>
              <p:cNvSpPr/>
              <p:nvPr/>
            </p:nvSpPr>
            <p:spPr>
              <a:xfrm flipV="1">
                <a:off x="10885364" y="5581326"/>
                <a:ext cx="740130" cy="740130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noAutofit/>
              </a:bodyPr>
              <a:lstStyle/>
              <a:p>
                <a:pPr algn="ctr" defTabSz="825500" hangingPunct="0"/>
                <a:endParaRPr lang="en-US" sz="1200">
                  <a:solidFill>
                    <a:sysClr val="windowText" lastClr="000000"/>
                  </a:solidFill>
                  <a:latin typeface="Rethink Sans" pitchFamily="2" charset="77"/>
                  <a:ea typeface="Rethink Sans Medium"/>
                  <a:cs typeface="Rethink Sans Medium"/>
                  <a:sym typeface="Rethink Sans Medium"/>
                </a:endParaRPr>
              </a:p>
            </p:txBody>
          </p:sp>
        </p:grpSp>
      </p:grp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9481CEC9-026A-CCB9-97A0-CEDAA45A337D}"/>
              </a:ext>
            </a:extLst>
          </p:cNvPr>
          <p:cNvSpPr>
            <a:spLocks noGrp="1"/>
          </p:cNvSpPr>
          <p:nvPr userDrawn="1"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63A62356-50E6-9A86-3ADC-D132A13CEC3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900964" y="1272807"/>
            <a:ext cx="1853636" cy="30424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AU" sz="1600"/>
              <a:t>First &amp; Last Name</a:t>
            </a:r>
            <a:endParaRPr lang="en-AU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EA0E3F4-B58D-4527-C15B-55FE4EFF6E38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427732" y="1617343"/>
            <a:ext cx="800100" cy="2413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AU" sz="1000"/>
              <a:t>Job Title</a:t>
            </a:r>
            <a:endParaRPr lang="en-AU"/>
          </a:p>
        </p:txBody>
      </p:sp>
      <p:sp>
        <p:nvSpPr>
          <p:cNvPr id="58" name="Text Placeholder 53">
            <a:extLst>
              <a:ext uri="{FF2B5EF4-FFF2-40B4-BE49-F238E27FC236}">
                <a16:creationId xmlns:a16="http://schemas.microsoft.com/office/drawing/2014/main" id="{11508F8E-53BA-BBDE-816B-132DC0367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11201" y="1272806"/>
            <a:ext cx="1853636" cy="30424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AU" sz="1600"/>
              <a:t>First &amp; Last Name</a:t>
            </a:r>
            <a:endParaRPr lang="en-AU"/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E7D9E19-6798-8E7A-CE51-02A710EB50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7969" y="1617343"/>
            <a:ext cx="800100" cy="2413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AU" sz="1000"/>
              <a:t>Job Title</a:t>
            </a:r>
            <a:endParaRPr lang="en-AU"/>
          </a:p>
        </p:txBody>
      </p:sp>
      <p:sp>
        <p:nvSpPr>
          <p:cNvPr id="60" name="Text Placeholder 53">
            <a:extLst>
              <a:ext uri="{FF2B5EF4-FFF2-40B4-BE49-F238E27FC236}">
                <a16:creationId xmlns:a16="http://schemas.microsoft.com/office/drawing/2014/main" id="{7737C63F-7708-7237-2C9C-E3692FA48E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27300" y="1272805"/>
            <a:ext cx="1853636" cy="30424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AU" sz="1600"/>
              <a:t>First &amp; Last Name</a:t>
            </a:r>
            <a:endParaRPr lang="en-AU"/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7B30F115-79D2-43F6-3605-F78C976A27A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48206" y="1617343"/>
            <a:ext cx="800100" cy="2413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AU" sz="1000"/>
              <a:t>Job Title</a:t>
            </a:r>
            <a:endParaRPr lang="en-AU"/>
          </a:p>
        </p:txBody>
      </p:sp>
      <p:sp>
        <p:nvSpPr>
          <p:cNvPr id="62" name="Text Placeholder 53">
            <a:extLst>
              <a:ext uri="{FF2B5EF4-FFF2-40B4-BE49-F238E27FC236}">
                <a16:creationId xmlns:a16="http://schemas.microsoft.com/office/drawing/2014/main" id="{4397AEB6-0A07-AB3E-8168-A9D87EA71A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0145" y="1272805"/>
            <a:ext cx="1853636" cy="30424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AU" sz="1600"/>
              <a:t>First &amp; Last Name</a:t>
            </a:r>
            <a:endParaRPr lang="en-AU"/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6CC7E64-9D7B-BADD-97BA-D0E86B8EC0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98104" y="1617343"/>
            <a:ext cx="800100" cy="2413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AU" sz="1000"/>
              <a:t>Job Title</a:t>
            </a:r>
            <a:endParaRPr lang="en-AU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3B4086CB-3392-865E-4163-BB7678F6643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039251" y="1935405"/>
            <a:ext cx="1577062" cy="1577062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6" name="Picture Placeholder 64">
            <a:extLst>
              <a:ext uri="{FF2B5EF4-FFF2-40B4-BE49-F238E27FC236}">
                <a16:creationId xmlns:a16="http://schemas.microsoft.com/office/drawing/2014/main" id="{7BA8E7FE-CD09-5CAE-6ABC-DFBDBEAD493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53691" y="1935405"/>
            <a:ext cx="1577062" cy="1577062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7" name="Picture Placeholder 64">
            <a:extLst>
              <a:ext uri="{FF2B5EF4-FFF2-40B4-BE49-F238E27FC236}">
                <a16:creationId xmlns:a16="http://schemas.microsoft.com/office/drawing/2014/main" id="{14B755A3-89D0-6CE6-CDFE-8E08ADFB4FE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068131" y="1935405"/>
            <a:ext cx="1577062" cy="1577062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8" name="Picture Placeholder 64">
            <a:extLst>
              <a:ext uri="{FF2B5EF4-FFF2-40B4-BE49-F238E27FC236}">
                <a16:creationId xmlns:a16="http://schemas.microsoft.com/office/drawing/2014/main" id="{ECD6F892-3766-AD76-DB25-C6BB801A0CC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082570" y="1935405"/>
            <a:ext cx="1577062" cy="1577062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17F943EC-97F6-A03F-2EB7-CA03B69D2A5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0003" y="3689255"/>
            <a:ext cx="1875558" cy="849463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Describe what you do and how it impacts the client.</a:t>
            </a:r>
          </a:p>
        </p:txBody>
      </p:sp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6E72EAAD-B193-615F-9236-70D5A488608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81506" y="3689255"/>
            <a:ext cx="2027772" cy="844207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Describe what you do and how it impacts the client.</a:t>
            </a:r>
          </a:p>
        </p:txBody>
      </p:sp>
      <p:sp>
        <p:nvSpPr>
          <p:cNvPr id="77" name="Text Placeholder 69">
            <a:extLst>
              <a:ext uri="{FF2B5EF4-FFF2-40B4-BE49-F238E27FC236}">
                <a16:creationId xmlns:a16="http://schemas.microsoft.com/office/drawing/2014/main" id="{EF0AC1D3-59E0-5BCD-035D-356C229796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68939" y="3689255"/>
            <a:ext cx="2027772" cy="844207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Describe what you do and how it impacts the client.</a:t>
            </a:r>
          </a:p>
        </p:txBody>
      </p:sp>
      <p:sp>
        <p:nvSpPr>
          <p:cNvPr id="78" name="Text Placeholder 69">
            <a:extLst>
              <a:ext uri="{FF2B5EF4-FFF2-40B4-BE49-F238E27FC236}">
                <a16:creationId xmlns:a16="http://schemas.microsoft.com/office/drawing/2014/main" id="{007E6A98-4E3C-60E8-0443-85655819FF5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25223" y="3689255"/>
            <a:ext cx="2027772" cy="844207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Describe what you do and how it impacts the client.</a:t>
            </a:r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4BE68FB-96AD-A322-6662-BA784A8FD3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3093" y="3236294"/>
            <a:ext cx="3063371" cy="13477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400"/>
              <a:t>Each of us has delivered high-impact campaigns in luxury, lifestyle or premium categories across territories.</a:t>
            </a:r>
          </a:p>
        </p:txBody>
      </p:sp>
      <p:pic>
        <p:nvPicPr>
          <p:cNvPr id="87" name="Picture 86" descr="A black and white logo&#10;&#10;AI-generated content may be incorrect.">
            <a:extLst>
              <a:ext uri="{FF2B5EF4-FFF2-40B4-BE49-F238E27FC236}">
                <a16:creationId xmlns:a16="http://schemas.microsoft.com/office/drawing/2014/main" id="{3102A096-754A-785D-925D-A2B690B633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0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B29A2E-E8A9-D9BF-263F-07D244C1B5D4}"/>
              </a:ext>
            </a:extLst>
          </p:cNvPr>
          <p:cNvSpPr/>
          <p:nvPr/>
        </p:nvSpPr>
        <p:spPr>
          <a:xfrm>
            <a:off x="1" y="3269504"/>
            <a:ext cx="12192000" cy="358849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90638-B15B-68B8-157E-A446F4A1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93" y="754912"/>
            <a:ext cx="5542907" cy="762083"/>
          </a:xfr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B930E3-1EBD-BBA2-8782-85DD070777A7}"/>
              </a:ext>
            </a:extLst>
          </p:cNvPr>
          <p:cNvSpPr/>
          <p:nvPr/>
        </p:nvSpPr>
        <p:spPr>
          <a:xfrm flipV="1">
            <a:off x="3886337" y="5385033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856D1B6-CB49-451C-2BDF-5599DBB5BAFA}"/>
              </a:ext>
            </a:extLst>
          </p:cNvPr>
          <p:cNvSpPr/>
          <p:nvPr/>
        </p:nvSpPr>
        <p:spPr>
          <a:xfrm flipV="1">
            <a:off x="4660887" y="5385033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5FFE30-094F-5FA5-917B-8B15EA788FC6}"/>
              </a:ext>
            </a:extLst>
          </p:cNvPr>
          <p:cNvSpPr/>
          <p:nvPr/>
        </p:nvSpPr>
        <p:spPr>
          <a:xfrm flipV="1">
            <a:off x="5435436" y="5385033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78ABA3-A64B-0008-F8B8-997975282A08}"/>
              </a:ext>
            </a:extLst>
          </p:cNvPr>
          <p:cNvSpPr/>
          <p:nvPr/>
        </p:nvSpPr>
        <p:spPr>
          <a:xfrm flipV="1">
            <a:off x="6209986" y="5385033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8C348E2-5BFD-053F-0E16-C2AB620D6A71}"/>
              </a:ext>
            </a:extLst>
          </p:cNvPr>
          <p:cNvSpPr/>
          <p:nvPr/>
        </p:nvSpPr>
        <p:spPr>
          <a:xfrm flipV="1">
            <a:off x="6984535" y="5385033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648B83-8DDF-C915-D99D-98B3ECF41A30}"/>
              </a:ext>
            </a:extLst>
          </p:cNvPr>
          <p:cNvSpPr/>
          <p:nvPr/>
        </p:nvSpPr>
        <p:spPr>
          <a:xfrm flipV="1">
            <a:off x="7753549" y="5366716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3E79BC-278D-9BDE-C4A2-9482026D6344}"/>
              </a:ext>
            </a:extLst>
          </p:cNvPr>
          <p:cNvSpPr/>
          <p:nvPr/>
        </p:nvSpPr>
        <p:spPr>
          <a:xfrm flipV="1">
            <a:off x="8528100" y="5366716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29E2129-85DB-72C5-CD7F-AA09B0C9ABC3}"/>
              </a:ext>
            </a:extLst>
          </p:cNvPr>
          <p:cNvSpPr/>
          <p:nvPr/>
        </p:nvSpPr>
        <p:spPr>
          <a:xfrm flipV="1">
            <a:off x="9302649" y="5366716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284316-500A-E713-3CBC-F72DA9527BE4}"/>
              </a:ext>
            </a:extLst>
          </p:cNvPr>
          <p:cNvSpPr/>
          <p:nvPr/>
        </p:nvSpPr>
        <p:spPr>
          <a:xfrm flipV="1">
            <a:off x="10077199" y="5366716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49CDFEC-988A-DD86-ECE7-BAC993D1B279}"/>
              </a:ext>
            </a:extLst>
          </p:cNvPr>
          <p:cNvSpPr/>
          <p:nvPr/>
        </p:nvSpPr>
        <p:spPr>
          <a:xfrm flipV="1">
            <a:off x="10851748" y="5366716"/>
            <a:ext cx="774550" cy="77455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451AF086-F166-AF60-B410-9ADEE9533B1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958879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9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24BD0532-4A61-C37B-5BBD-C55146BBDCA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732445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79" name="Picture Placeholder 78">
            <a:extLst>
              <a:ext uri="{FF2B5EF4-FFF2-40B4-BE49-F238E27FC236}">
                <a16:creationId xmlns:a16="http://schemas.microsoft.com/office/drawing/2014/main" id="{1A0E0A90-2866-1B49-10DB-6D19FFF58F2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06011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86F311A5-6B34-62C7-3B6E-5E0D276DF1F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79577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983B7C78-6EC4-D0B2-0262-EB874375880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053143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578F5101-A8B0-FD6F-4CE6-553C3E712F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826709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94" name="Picture Placeholder 93">
            <a:extLst>
              <a:ext uri="{FF2B5EF4-FFF2-40B4-BE49-F238E27FC236}">
                <a16:creationId xmlns:a16="http://schemas.microsoft.com/office/drawing/2014/main" id="{70AEE0D0-AA49-D9D5-49B3-073E7B3C29B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600275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96" name="Picture Placeholder 95">
            <a:extLst>
              <a:ext uri="{FF2B5EF4-FFF2-40B4-BE49-F238E27FC236}">
                <a16:creationId xmlns:a16="http://schemas.microsoft.com/office/drawing/2014/main" id="{522BCDEB-A2A7-95E9-CF66-B759B9C553F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373841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98" name="Picture Placeholder 97">
            <a:extLst>
              <a:ext uri="{FF2B5EF4-FFF2-40B4-BE49-F238E27FC236}">
                <a16:creationId xmlns:a16="http://schemas.microsoft.com/office/drawing/2014/main" id="{C67BE6B9-D406-7ED7-9541-EC8A657613D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147407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Logo</a:t>
            </a:r>
          </a:p>
        </p:txBody>
      </p:sp>
      <p:sp>
        <p:nvSpPr>
          <p:cNvPr id="100" name="Picture Placeholder 99">
            <a:extLst>
              <a:ext uri="{FF2B5EF4-FFF2-40B4-BE49-F238E27FC236}">
                <a16:creationId xmlns:a16="http://schemas.microsoft.com/office/drawing/2014/main" id="{3AE1E94E-85D2-50C6-13A4-CC1CCFD5BE2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920973" y="5445319"/>
            <a:ext cx="640443" cy="640443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900"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52858BB7-02A9-3F23-799A-15E93D0EB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659" y="1832818"/>
            <a:ext cx="1549353" cy="841375"/>
          </a:xfrm>
        </p:spPr>
        <p:txBody>
          <a:bodyPr>
            <a:noAutofit/>
          </a:bodyPr>
          <a:lstStyle>
            <a:lvl1pPr marL="17463" indent="0" algn="ctr">
              <a:tabLst/>
              <a:defRPr sz="1400">
                <a:latin typeface="+mj-lt"/>
              </a:defRPr>
            </a:lvl1pPr>
            <a:lvl2pPr marL="17463" indent="0" algn="ctr">
              <a:tabLst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19" name="Text Placeholder 51">
            <a:extLst>
              <a:ext uri="{FF2B5EF4-FFF2-40B4-BE49-F238E27FC236}">
                <a16:creationId xmlns:a16="http://schemas.microsoft.com/office/drawing/2014/main" id="{D262C18D-0C0D-AA56-FA8F-FBF8C8EE7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49297" y="1832818"/>
            <a:ext cx="1549353" cy="841375"/>
          </a:xfrm>
        </p:spPr>
        <p:txBody>
          <a:bodyPr>
            <a:noAutofit/>
          </a:bodyPr>
          <a:lstStyle>
            <a:lvl1pPr marL="17463" indent="0" algn="ctr">
              <a:tabLst/>
              <a:defRPr sz="1400">
                <a:latin typeface="+mj-lt"/>
              </a:defRPr>
            </a:lvl1pPr>
            <a:lvl2pPr marL="17463" indent="0" algn="ctr">
              <a:tabLst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20" name="Text Placeholder 53">
            <a:extLst>
              <a:ext uri="{FF2B5EF4-FFF2-40B4-BE49-F238E27FC236}">
                <a16:creationId xmlns:a16="http://schemas.microsoft.com/office/drawing/2014/main" id="{D5B34432-BD78-CCDA-49C3-20586B7070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7935" y="1832818"/>
            <a:ext cx="1549353" cy="841375"/>
          </a:xfrm>
        </p:spPr>
        <p:txBody>
          <a:bodyPr>
            <a:noAutofit/>
          </a:bodyPr>
          <a:lstStyle>
            <a:lvl1pPr marL="17463" indent="0" algn="ctr">
              <a:tabLst/>
              <a:defRPr sz="1400">
                <a:latin typeface="+mj-lt"/>
              </a:defRPr>
            </a:lvl1pPr>
            <a:lvl2pPr marL="17463" indent="0" algn="ctr">
              <a:tabLst/>
              <a:defRPr/>
            </a:lvl2pPr>
            <a:lvl3pPr marL="17463" indent="0" algn="ctr">
              <a:tabLst/>
              <a:defRPr/>
            </a:lvl3pPr>
            <a:lvl4pPr marL="17463" indent="0" algn="ctr">
              <a:tabLst/>
              <a:defRPr/>
            </a:lvl4pPr>
            <a:lvl5pPr marL="17463" indent="0" algn="ctr">
              <a:tabLst/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21" name="Text Placeholder 55">
            <a:extLst>
              <a:ext uri="{FF2B5EF4-FFF2-40B4-BE49-F238E27FC236}">
                <a16:creationId xmlns:a16="http://schemas.microsoft.com/office/drawing/2014/main" id="{CD41B383-557B-3AED-1729-063CAE0FB1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6573" y="1832818"/>
            <a:ext cx="1549353" cy="841375"/>
          </a:xfrm>
        </p:spPr>
        <p:txBody>
          <a:bodyPr>
            <a:noAutofit/>
          </a:bodyPr>
          <a:lstStyle>
            <a:lvl1pPr marL="17463" indent="0" algn="ctr">
              <a:tabLst/>
              <a:defRPr sz="1400">
                <a:latin typeface="+mj-lt"/>
              </a:defRPr>
            </a:lvl1pPr>
            <a:lvl2pPr marL="17463" indent="0" algn="ctr">
              <a:tabLst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1DC6064-DDC7-B17D-23B7-A20314B88B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75211" y="1832818"/>
            <a:ext cx="1549353" cy="841375"/>
          </a:xfrm>
        </p:spPr>
        <p:txBody>
          <a:bodyPr>
            <a:noAutofit/>
          </a:bodyPr>
          <a:lstStyle>
            <a:lvl1pPr marL="14288" indent="0" algn="ctr">
              <a:tabLst/>
              <a:defRPr sz="1400">
                <a:latin typeface="+mj-lt"/>
              </a:defRPr>
            </a:lvl1pPr>
            <a:lvl2pPr marL="14288" indent="0" algn="ctr">
              <a:tabLst/>
              <a:defRPr/>
            </a:lvl2pPr>
            <a:lvl3pPr marL="14288" indent="0" algn="ctr">
              <a:tabLst/>
              <a:defRPr/>
            </a:lvl3pPr>
            <a:lvl4pPr marL="14288" indent="0" algn="ctr">
              <a:tabLst/>
              <a:defRPr/>
            </a:lvl4pPr>
            <a:lvl5pPr marL="14288" indent="0" algn="ctr">
              <a:tabLst/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E110D98B-334C-DFB1-AC32-38BE42148CC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83847" y="1832818"/>
            <a:ext cx="1549353" cy="841375"/>
          </a:xfrm>
        </p:spPr>
        <p:txBody>
          <a:bodyPr>
            <a:noAutofit/>
          </a:bodyPr>
          <a:lstStyle>
            <a:lvl1pPr marL="14288" indent="0" algn="ctr">
              <a:tabLst/>
              <a:defRPr sz="1400">
                <a:latin typeface="+mj-lt"/>
              </a:defRPr>
            </a:lvl1pPr>
            <a:lvl2pPr marL="14288" indent="0" algn="ctr">
              <a:tabLst/>
              <a:defRPr/>
            </a:lvl2pPr>
            <a:lvl3pPr marL="14288" indent="0" algn="ctr">
              <a:tabLst/>
              <a:defRPr/>
            </a:lvl3pPr>
            <a:lvl4pPr marL="14288" indent="0" algn="ctr">
              <a:tabLst/>
              <a:defRPr/>
            </a:lvl4pPr>
            <a:lvl5pPr marL="14288" indent="0" algn="ctr">
              <a:tabLst/>
              <a:defRPr/>
            </a:lvl5pPr>
          </a:lstStyle>
          <a:p>
            <a:pPr lvl="0"/>
            <a:r>
              <a:rPr lang="en-GB" dirty="0"/>
              <a:t>Name</a:t>
            </a:r>
          </a:p>
          <a:p>
            <a:pPr lvl="1"/>
            <a:r>
              <a:rPr lang="en-GB" dirty="0"/>
              <a:t>Job title</a:t>
            </a:r>
          </a:p>
        </p:txBody>
      </p:sp>
      <p:sp>
        <p:nvSpPr>
          <p:cNvPr id="24" name="Picture Placeholder 65">
            <a:extLst>
              <a:ext uri="{FF2B5EF4-FFF2-40B4-BE49-F238E27FC236}">
                <a16:creationId xmlns:a16="http://schemas.microsoft.com/office/drawing/2014/main" id="{CE7DCBBB-127B-B361-C982-CE76E68C1EB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7531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25" name="Picture Placeholder 67">
            <a:extLst>
              <a:ext uri="{FF2B5EF4-FFF2-40B4-BE49-F238E27FC236}">
                <a16:creationId xmlns:a16="http://schemas.microsoft.com/office/drawing/2014/main" id="{C63A8BC5-1014-B1BA-D3E1-281165614E7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457252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26" name="Picture Placeholder 69">
            <a:extLst>
              <a:ext uri="{FF2B5EF4-FFF2-40B4-BE49-F238E27FC236}">
                <a16:creationId xmlns:a16="http://schemas.microsoft.com/office/drawing/2014/main" id="{3A551A3C-CFC9-FF7B-50C3-9536A04D65E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6973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8C4B1444-78DE-F7EA-B6B0-CEE49C9118A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156415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US" dirty="0"/>
              <a:t>Headshot</a:t>
            </a:r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A17D74A3-9EB5-6E1C-9F98-1FCC61B0EBD0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056138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marL="0" marR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lvl1pPr>
          </a:lstStyle>
          <a:p>
            <a:pPr marL="0" marR="0" lvl="0" indent="0" algn="ctr" defTabSz="2286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US" dirty="0"/>
              <a:t>Headshot</a:t>
            </a:r>
          </a:p>
        </p:txBody>
      </p:sp>
      <p:sp>
        <p:nvSpPr>
          <p:cNvPr id="35" name="Text Placeholder 57">
            <a:extLst>
              <a:ext uri="{FF2B5EF4-FFF2-40B4-BE49-F238E27FC236}">
                <a16:creationId xmlns:a16="http://schemas.microsoft.com/office/drawing/2014/main" id="{C2704300-7840-3D92-E9F3-45A6BD27BD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240" y="4340135"/>
            <a:ext cx="1549353" cy="841375"/>
          </a:xfrm>
        </p:spPr>
        <p:txBody>
          <a:bodyPr>
            <a:noAutofit/>
          </a:bodyPr>
          <a:lstStyle>
            <a:lvl1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2pPr>
            <a:lvl3pPr marL="17463" indent="0" algn="ctr">
              <a:tabLst/>
              <a:defRPr sz="1200">
                <a:solidFill>
                  <a:schemeClr val="bg1"/>
                </a:solidFill>
              </a:defRPr>
            </a:lvl3pPr>
            <a:lvl4pPr marL="17463" indent="0" algn="ctr">
              <a:tabLst/>
              <a:defRPr sz="1200">
                <a:solidFill>
                  <a:schemeClr val="bg1"/>
                </a:solidFill>
              </a:defRPr>
            </a:lvl4pPr>
            <a:lvl5pPr marL="17463" indent="0" algn="ctr"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36" name="Text Placeholder 59">
            <a:extLst>
              <a:ext uri="{FF2B5EF4-FFF2-40B4-BE49-F238E27FC236}">
                <a16:creationId xmlns:a16="http://schemas.microsoft.com/office/drawing/2014/main" id="{42EB42A1-45DF-9D65-CF06-4E4F54552D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96045" y="4340135"/>
            <a:ext cx="1549353" cy="841375"/>
          </a:xfrm>
        </p:spPr>
        <p:txBody>
          <a:bodyPr>
            <a:noAutofit/>
          </a:bodyPr>
          <a:lstStyle>
            <a:lvl1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2pPr>
            <a:lvl3pPr marL="17463" indent="0" algn="ctr">
              <a:tabLst/>
              <a:defRPr sz="1200">
                <a:solidFill>
                  <a:schemeClr val="bg1"/>
                </a:solidFill>
              </a:defRPr>
            </a:lvl3pPr>
            <a:lvl4pPr marL="17463" indent="0" algn="ctr">
              <a:tabLst/>
              <a:defRPr sz="1200">
                <a:solidFill>
                  <a:schemeClr val="bg1"/>
                </a:solidFill>
              </a:defRPr>
            </a:lvl4pPr>
            <a:lvl5pPr marL="17463" indent="0" algn="ctr"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42" name="Text Placeholder 61">
            <a:extLst>
              <a:ext uri="{FF2B5EF4-FFF2-40B4-BE49-F238E27FC236}">
                <a16:creationId xmlns:a16="http://schemas.microsoft.com/office/drawing/2014/main" id="{9346D36B-B758-472A-2708-7793032F7F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06850" y="4340135"/>
            <a:ext cx="1549353" cy="841375"/>
          </a:xfrm>
        </p:spPr>
        <p:txBody>
          <a:bodyPr>
            <a:noAutofit/>
          </a:bodyPr>
          <a:lstStyle>
            <a:lvl1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2pPr>
            <a:lvl3pPr marL="17463" indent="0" algn="ctr">
              <a:tabLst/>
              <a:defRPr sz="1200">
                <a:solidFill>
                  <a:schemeClr val="bg1"/>
                </a:solidFill>
              </a:defRPr>
            </a:lvl3pPr>
            <a:lvl4pPr marL="17463" indent="0" algn="ctr">
              <a:tabLst/>
              <a:defRPr sz="1200">
                <a:solidFill>
                  <a:schemeClr val="bg1"/>
                </a:solidFill>
              </a:defRPr>
            </a:lvl4pPr>
            <a:lvl5pPr marL="17463" indent="0" algn="ctr"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43" name="Text Placeholder 63">
            <a:extLst>
              <a:ext uri="{FF2B5EF4-FFF2-40B4-BE49-F238E27FC236}">
                <a16:creationId xmlns:a16="http://schemas.microsoft.com/office/drawing/2014/main" id="{9BE0CB21-F3F4-956B-0F8E-4C23CAB95D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9946" y="4340135"/>
            <a:ext cx="1549353" cy="841375"/>
          </a:xfrm>
        </p:spPr>
        <p:txBody>
          <a:bodyPr>
            <a:noAutofit/>
          </a:bodyPr>
          <a:lstStyle>
            <a:lvl1pPr marL="17463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7463" indent="0" algn="ctr">
              <a:tabLst/>
              <a:defRPr sz="1200">
                <a:solidFill>
                  <a:schemeClr val="bg1"/>
                </a:solidFill>
              </a:defRPr>
            </a:lvl2pPr>
            <a:lvl3pPr marL="17463" indent="0" algn="ctr">
              <a:tabLst/>
              <a:defRPr sz="1200">
                <a:solidFill>
                  <a:schemeClr val="bg1"/>
                </a:solidFill>
              </a:defRPr>
            </a:lvl3pPr>
            <a:lvl4pPr marL="17463" indent="0" algn="ctr">
              <a:tabLst/>
              <a:defRPr sz="1200">
                <a:solidFill>
                  <a:schemeClr val="bg1"/>
                </a:solidFill>
              </a:defRPr>
            </a:lvl4pPr>
            <a:lvl5pPr marL="17463" indent="0" algn="ctr"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E20894F6-CA2F-81A3-8E21-79CD0B4583F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73042" y="4340135"/>
            <a:ext cx="1549353" cy="841375"/>
          </a:xfrm>
        </p:spPr>
        <p:txBody>
          <a:bodyPr>
            <a:noAutofit/>
          </a:bodyPr>
          <a:lstStyle>
            <a:lvl1pPr marL="14288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2pPr>
            <a:lvl3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3pPr>
            <a:lvl4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4pPr>
            <a:lvl5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F7D3A786-2094-C806-6431-84F3AF4247E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056138" y="4340135"/>
            <a:ext cx="1549353" cy="841375"/>
          </a:xfrm>
        </p:spPr>
        <p:txBody>
          <a:bodyPr>
            <a:noAutofit/>
          </a:bodyPr>
          <a:lstStyle>
            <a:lvl1pPr marL="14288" indent="0" algn="ctr">
              <a:lnSpc>
                <a:spcPct val="100000"/>
              </a:lnSpc>
              <a:tabLst/>
              <a:defRPr sz="1100">
                <a:solidFill>
                  <a:schemeClr val="bg1"/>
                </a:solidFill>
              </a:defRPr>
            </a:lvl1pPr>
            <a:lvl2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2pPr>
            <a:lvl3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3pPr>
            <a:lvl4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4pPr>
            <a:lvl5pPr marL="14288" indent="0" algn="ctr">
              <a:lnSpc>
                <a:spcPct val="100000"/>
              </a:lnSpc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32" name="Picture Placeholder 71">
            <a:extLst>
              <a:ext uri="{FF2B5EF4-FFF2-40B4-BE49-F238E27FC236}">
                <a16:creationId xmlns:a16="http://schemas.microsoft.com/office/drawing/2014/main" id="{826701BC-0432-C5B6-405A-76C5C9EFDE0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694" y="2483462"/>
            <a:ext cx="1577062" cy="1577062"/>
          </a:xfrm>
          <a:prstGeom prst="ellipse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5" name="Text Placeholder 47">
            <a:extLst>
              <a:ext uri="{FF2B5EF4-FFF2-40B4-BE49-F238E27FC236}">
                <a16:creationId xmlns:a16="http://schemas.microsoft.com/office/drawing/2014/main" id="{B52D0284-C6FF-8F68-5E06-7A2928C439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2" y="5470574"/>
            <a:ext cx="3163887" cy="6691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8EC8FE-FF08-4A4D-7A77-188948A54892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5A0ED7E1-0E82-6359-9CFC-B9BFEEDBF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3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1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DBF2925-1164-B208-E69B-836A47D91375}"/>
              </a:ext>
            </a:extLst>
          </p:cNvPr>
          <p:cNvSpPr/>
          <p:nvPr userDrawn="1"/>
        </p:nvSpPr>
        <p:spPr>
          <a:xfrm>
            <a:off x="3098282" y="-798023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8" name="!!! MAIN CIRCLE ">
            <a:extLst>
              <a:ext uri="{FF2B5EF4-FFF2-40B4-BE49-F238E27FC236}">
                <a16:creationId xmlns:a16="http://schemas.microsoft.com/office/drawing/2014/main" id="{FB3AE1E9-B902-7939-5C9E-9E7399E4F16C}"/>
              </a:ext>
            </a:extLst>
          </p:cNvPr>
          <p:cNvSpPr/>
          <p:nvPr userDrawn="1"/>
        </p:nvSpPr>
        <p:spPr>
          <a:xfrm>
            <a:off x="-1139058" y="-798023"/>
            <a:ext cx="4227023" cy="4227023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15A6B5-232F-6243-53F8-7589FE2AAFEA}"/>
              </a:ext>
            </a:extLst>
          </p:cNvPr>
          <p:cNvSpPr/>
          <p:nvPr userDrawn="1"/>
        </p:nvSpPr>
        <p:spPr>
          <a:xfrm flipH="1">
            <a:off x="3098282" y="3434316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AB026D-5AE1-A1FF-E473-642E39EC11EC}"/>
              </a:ext>
            </a:extLst>
          </p:cNvPr>
          <p:cNvSpPr/>
          <p:nvPr userDrawn="1"/>
        </p:nvSpPr>
        <p:spPr>
          <a:xfrm>
            <a:off x="-1139058" y="3429000"/>
            <a:ext cx="4227023" cy="4227023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F3ABF20-3562-1D6F-A591-4C4BA87DB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lvl="0"/>
            <a:r>
              <a:rPr lang="en-US"/>
              <a:t>Breaker </a:t>
            </a:r>
          </a:p>
          <a:p>
            <a:pPr lvl="0"/>
            <a:r>
              <a:rPr lang="en-US"/>
              <a:t>Slide</a:t>
            </a:r>
            <a:endParaRPr lang="en-AU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CD3DFB41-F1B6-14D2-6B61-B0CA6C72A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pic>
        <p:nvPicPr>
          <p:cNvPr id="14" name="Picture 13" descr="A black and white logo&#10;&#10;AI-generated content may be incorrect.">
            <a:extLst>
              <a:ext uri="{FF2B5EF4-FFF2-40B4-BE49-F238E27FC236}">
                <a16:creationId xmlns:a16="http://schemas.microsoft.com/office/drawing/2014/main" id="{70E6A8EA-B8A5-DB32-4B9E-9D45FFD008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87ACD51-9E09-6FFC-719E-230324503294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99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2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! MAIN CIRCLE ">
            <a:extLst>
              <a:ext uri="{FF2B5EF4-FFF2-40B4-BE49-F238E27FC236}">
                <a16:creationId xmlns:a16="http://schemas.microsoft.com/office/drawing/2014/main" id="{82FCDE36-C642-7966-D79C-84056BE952BD}"/>
              </a:ext>
            </a:extLst>
          </p:cNvPr>
          <p:cNvSpPr/>
          <p:nvPr userDrawn="1"/>
        </p:nvSpPr>
        <p:spPr>
          <a:xfrm>
            <a:off x="3098282" y="-798023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8" name="Oval">
            <a:extLst>
              <a:ext uri="{FF2B5EF4-FFF2-40B4-BE49-F238E27FC236}">
                <a16:creationId xmlns:a16="http://schemas.microsoft.com/office/drawing/2014/main" id="{B37554D9-7E68-CAE7-3E46-8AC510286472}"/>
              </a:ext>
            </a:extLst>
          </p:cNvPr>
          <p:cNvSpPr/>
          <p:nvPr userDrawn="1"/>
        </p:nvSpPr>
        <p:spPr>
          <a:xfrm>
            <a:off x="-1139058" y="-798023"/>
            <a:ext cx="4227023" cy="4227023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EF1584-0DA3-5DBF-A55A-0057914ADE98}"/>
              </a:ext>
            </a:extLst>
          </p:cNvPr>
          <p:cNvSpPr/>
          <p:nvPr userDrawn="1"/>
        </p:nvSpPr>
        <p:spPr>
          <a:xfrm>
            <a:off x="3098282" y="3429000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071160-F99A-E76A-91EF-4C3E5E65E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139058" y="3428999"/>
            <a:ext cx="4227023" cy="4227024"/>
          </a:xfrm>
          <a:custGeom>
            <a:avLst/>
            <a:gdLst>
              <a:gd name="connsiteX0" fmla="*/ 2113512 w 4227023"/>
              <a:gd name="connsiteY0" fmla="*/ 0 h 4227024"/>
              <a:gd name="connsiteX1" fmla="*/ 4216112 w 4227023"/>
              <a:gd name="connsiteY1" fmla="*/ 1897418 h 4227024"/>
              <a:gd name="connsiteX2" fmla="*/ 4227023 w 4227023"/>
              <a:gd name="connsiteY2" fmla="*/ 2113492 h 4227024"/>
              <a:gd name="connsiteX3" fmla="*/ 4227023 w 4227023"/>
              <a:gd name="connsiteY3" fmla="*/ 2113533 h 4227024"/>
              <a:gd name="connsiteX4" fmla="*/ 4216112 w 4227023"/>
              <a:gd name="connsiteY4" fmla="*/ 2329607 h 4227024"/>
              <a:gd name="connsiteX5" fmla="*/ 2113512 w 4227023"/>
              <a:gd name="connsiteY5" fmla="*/ 4227024 h 4227024"/>
              <a:gd name="connsiteX6" fmla="*/ 0 w 4227023"/>
              <a:gd name="connsiteY6" fmla="*/ 2113512 h 4227024"/>
              <a:gd name="connsiteX7" fmla="*/ 2113512 w 4227023"/>
              <a:gd name="connsiteY7" fmla="*/ 0 h 422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7023" h="4227024">
                <a:moveTo>
                  <a:pt x="2113512" y="0"/>
                </a:moveTo>
                <a:cubicBezTo>
                  <a:pt x="3207819" y="0"/>
                  <a:pt x="4107879" y="831667"/>
                  <a:pt x="4216112" y="1897418"/>
                </a:cubicBezTo>
                <a:lnTo>
                  <a:pt x="4227023" y="2113492"/>
                </a:lnTo>
                <a:lnTo>
                  <a:pt x="4227023" y="2113533"/>
                </a:lnTo>
                <a:lnTo>
                  <a:pt x="4216112" y="2329607"/>
                </a:lnTo>
                <a:cubicBezTo>
                  <a:pt x="4107879" y="3395357"/>
                  <a:pt x="3207819" y="4227024"/>
                  <a:pt x="2113512" y="4227024"/>
                </a:cubicBezTo>
                <a:cubicBezTo>
                  <a:pt x="946252" y="4227024"/>
                  <a:pt x="0" y="3280772"/>
                  <a:pt x="0" y="2113512"/>
                </a:cubicBezTo>
                <a:cubicBezTo>
                  <a:pt x="0" y="946252"/>
                  <a:pt x="946252" y="0"/>
                  <a:pt x="2113512" y="0"/>
                </a:cubicBezTo>
                <a:close/>
              </a:path>
            </a:pathLst>
          </a:cu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EEE0302-D4C8-DC18-9FAB-0FF7398C39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Breaker </a:t>
            </a:r>
          </a:p>
          <a:p>
            <a:pPr lvl="0"/>
            <a:r>
              <a:rPr lang="en-US"/>
              <a:t>Slide</a:t>
            </a:r>
            <a:endParaRPr lang="en-AU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291A8E-81E2-0D41-9A18-914BEFB722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bg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AAD605-9A33-65FF-73E1-ADD21BE7DED3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84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3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! MAIN CIRCLE">
            <a:extLst>
              <a:ext uri="{FF2B5EF4-FFF2-40B4-BE49-F238E27FC236}">
                <a16:creationId xmlns:a16="http://schemas.microsoft.com/office/drawing/2014/main" id="{B4077294-D0A2-B521-F8E2-FB41E839E977}"/>
              </a:ext>
            </a:extLst>
          </p:cNvPr>
          <p:cNvSpPr/>
          <p:nvPr userDrawn="1"/>
        </p:nvSpPr>
        <p:spPr>
          <a:xfrm>
            <a:off x="3098282" y="-798023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8" name="Picture 6">
            <a:extLst>
              <a:ext uri="{FF2B5EF4-FFF2-40B4-BE49-F238E27FC236}">
                <a16:creationId xmlns:a16="http://schemas.microsoft.com/office/drawing/2014/main" id="{27462D2D-40CF-3B5C-999A-660A968DB54C}"/>
              </a:ext>
            </a:extLst>
          </p:cNvPr>
          <p:cNvSpPr/>
          <p:nvPr userDrawn="1"/>
        </p:nvSpPr>
        <p:spPr>
          <a:xfrm>
            <a:off x="-1139058" y="-798023"/>
            <a:ext cx="4227023" cy="4227023"/>
          </a:xfrm>
          <a:prstGeom prst="ellipse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DC6337-527A-D21F-1A48-CBEBE8EFC736}"/>
              </a:ext>
            </a:extLst>
          </p:cNvPr>
          <p:cNvSpPr/>
          <p:nvPr userDrawn="1"/>
        </p:nvSpPr>
        <p:spPr>
          <a:xfrm>
            <a:off x="3098282" y="3429000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998CDB-B953-7A6B-758C-D74DCFC44D68}"/>
              </a:ext>
            </a:extLst>
          </p:cNvPr>
          <p:cNvSpPr/>
          <p:nvPr userDrawn="1"/>
        </p:nvSpPr>
        <p:spPr>
          <a:xfrm>
            <a:off x="-1139058" y="3429000"/>
            <a:ext cx="4227023" cy="422702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FA37B92-69DE-2727-E041-660B9586F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lvl="0"/>
            <a:r>
              <a:rPr lang="en-US"/>
              <a:t>Breaker </a:t>
            </a:r>
          </a:p>
          <a:p>
            <a:pPr lvl="0"/>
            <a:r>
              <a:rPr lang="en-US"/>
              <a:t>Slide</a:t>
            </a:r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4A8F2E2-1D1B-EF9C-0936-9F5F15A53D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F98FB7EC-5B2A-0186-54EB-6481EDA3A6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05F1D7-BF7A-ED66-C48D-3FD70AF115B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679DEB6-4F6A-58EE-8912-15AD152B5CF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27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4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! MAIN CIRCLE ">
            <a:extLst>
              <a:ext uri="{FF2B5EF4-FFF2-40B4-BE49-F238E27FC236}">
                <a16:creationId xmlns:a16="http://schemas.microsoft.com/office/drawing/2014/main" id="{DC339034-38CB-AE14-08B7-B73B94A44207}"/>
              </a:ext>
            </a:extLst>
          </p:cNvPr>
          <p:cNvSpPr/>
          <p:nvPr userDrawn="1"/>
        </p:nvSpPr>
        <p:spPr>
          <a:xfrm>
            <a:off x="3098282" y="-798023"/>
            <a:ext cx="4227023" cy="4227023"/>
          </a:xfrm>
          <a:prstGeom prst="ellipse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D14300-7951-A9EB-647A-AB572906506B}"/>
              </a:ext>
            </a:extLst>
          </p:cNvPr>
          <p:cNvSpPr/>
          <p:nvPr userDrawn="1"/>
        </p:nvSpPr>
        <p:spPr>
          <a:xfrm>
            <a:off x="-1139058" y="-798023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F5BA5D-5B7C-BD65-FA0C-B3635D9F3F46}"/>
              </a:ext>
            </a:extLst>
          </p:cNvPr>
          <p:cNvSpPr/>
          <p:nvPr userDrawn="1"/>
        </p:nvSpPr>
        <p:spPr>
          <a:xfrm>
            <a:off x="3098282" y="3429000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103184-939B-8847-7059-FA3515CF6B1B}"/>
              </a:ext>
            </a:extLst>
          </p:cNvPr>
          <p:cNvSpPr/>
          <p:nvPr userDrawn="1"/>
        </p:nvSpPr>
        <p:spPr>
          <a:xfrm>
            <a:off x="-1139058" y="3429000"/>
            <a:ext cx="4227023" cy="4227023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C617952-2DC9-E91B-C0C3-3A66B2B31F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Breaker </a:t>
            </a:r>
          </a:p>
          <a:p>
            <a:pPr lvl="0"/>
            <a:r>
              <a:rPr lang="en-US"/>
              <a:t>Slide</a:t>
            </a:r>
            <a:endParaRPr lang="en-AU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A73D752-13B7-E830-5659-D8BA147C31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bg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45D387-B3CA-3049-8CF2-AFE191D4B1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7548"/>
            <a:ext cx="1917339" cy="28376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185477D-9992-33A7-CB6A-BF40CC1F901F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44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Custom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! MAIN CIRCLE">
            <a:extLst>
              <a:ext uri="{FF2B5EF4-FFF2-40B4-BE49-F238E27FC236}">
                <a16:creationId xmlns:a16="http://schemas.microsoft.com/office/drawing/2014/main" id="{E9EF400C-C4F1-8258-79F7-0BDBE8CE7742}"/>
              </a:ext>
            </a:extLst>
          </p:cNvPr>
          <p:cNvSpPr/>
          <p:nvPr userDrawn="1"/>
        </p:nvSpPr>
        <p:spPr>
          <a:xfrm>
            <a:off x="3087965" y="-798024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E9606B-04E7-51EF-ADF2-02E5C71814E2}"/>
              </a:ext>
            </a:extLst>
          </p:cNvPr>
          <p:cNvSpPr/>
          <p:nvPr userDrawn="1"/>
        </p:nvSpPr>
        <p:spPr>
          <a:xfrm>
            <a:off x="3098282" y="3429000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21EE9E-298D-18F4-E937-F4E27C529A27}"/>
              </a:ext>
            </a:extLst>
          </p:cNvPr>
          <p:cNvSpPr/>
          <p:nvPr userDrawn="1"/>
        </p:nvSpPr>
        <p:spPr>
          <a:xfrm>
            <a:off x="-1139058" y="3429000"/>
            <a:ext cx="4227023" cy="422702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59EBD8-9ED6-B7F3-63C0-1157DDC369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lvl="0"/>
            <a:r>
              <a:rPr lang="en-US" dirty="0"/>
              <a:t>Breaker </a:t>
            </a:r>
          </a:p>
          <a:p>
            <a:pPr lvl="0"/>
            <a:r>
              <a:rPr lang="en-US" dirty="0"/>
              <a:t>Slide</a:t>
            </a:r>
            <a:endParaRPr lang="en-AU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5AEA538-FFE3-1C37-2E47-CB00941E9E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F98084F-EDB8-B1B9-4479-017526CCB0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160521" y="-798024"/>
            <a:ext cx="4227023" cy="4227023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AU"/>
          </a:p>
        </p:txBody>
      </p:sp>
      <p:pic>
        <p:nvPicPr>
          <p:cNvPr id="20" name="Picture 19" descr="A black and white logo&#10;&#10;AI-generated content may be incorrect.">
            <a:extLst>
              <a:ext uri="{FF2B5EF4-FFF2-40B4-BE49-F238E27FC236}">
                <a16:creationId xmlns:a16="http://schemas.microsoft.com/office/drawing/2014/main" id="{9A62F657-BFFC-4D0A-D688-FEAEB3E20F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16A5FD90-4A53-3F7A-66FF-DC7D5F815F5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31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Custom Imag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D739DAAB-5AC0-57AF-8818-06C035C7B3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24329" y="-795946"/>
            <a:ext cx="4227023" cy="4227023"/>
          </a:xfrm>
          <a:prstGeom prst="ellipse">
            <a:avLst/>
          </a:prstGeom>
          <a:ln>
            <a:solidFill>
              <a:schemeClr val="accent2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D94F29-DA5E-FFDC-25C2-10FCE82D9C1B}"/>
              </a:ext>
            </a:extLst>
          </p:cNvPr>
          <p:cNvSpPr/>
          <p:nvPr userDrawn="1"/>
        </p:nvSpPr>
        <p:spPr>
          <a:xfrm>
            <a:off x="-1139058" y="-798023"/>
            <a:ext cx="4227023" cy="4227023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6C7F6F-79E3-81C4-54EF-274D5FA80C3B}"/>
              </a:ext>
            </a:extLst>
          </p:cNvPr>
          <p:cNvSpPr/>
          <p:nvPr userDrawn="1"/>
        </p:nvSpPr>
        <p:spPr>
          <a:xfrm>
            <a:off x="3098282" y="3429000"/>
            <a:ext cx="4227023" cy="4227023"/>
          </a:xfrm>
          <a:prstGeom prst="ellipse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3A195C-ED3D-90CF-88FF-FCEB66E7C144}"/>
              </a:ext>
            </a:extLst>
          </p:cNvPr>
          <p:cNvSpPr/>
          <p:nvPr userDrawn="1"/>
        </p:nvSpPr>
        <p:spPr>
          <a:xfrm>
            <a:off x="-1139058" y="3429000"/>
            <a:ext cx="4227023" cy="4227023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4D8CB80D-893B-B851-10E6-60440CE55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841" y="2978155"/>
            <a:ext cx="5405719" cy="1756122"/>
          </a:xfrm>
        </p:spPr>
        <p:txBody>
          <a:bodyPr>
            <a:normAutofit/>
          </a:bodyPr>
          <a:lstStyle>
            <a:lvl1pPr marL="0" indent="0">
              <a:buNone/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Breaker </a:t>
            </a:r>
          </a:p>
          <a:p>
            <a:pPr lvl="0"/>
            <a:r>
              <a:rPr lang="en-US"/>
              <a:t>Slide</a:t>
            </a:r>
            <a:endParaRPr lang="en-AU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73C95EB-4F73-B726-1488-9522040BC8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8733" y="2110601"/>
            <a:ext cx="3695700" cy="618631"/>
          </a:xfrm>
        </p:spPr>
        <p:txBody>
          <a:bodyPr/>
          <a:lstStyle>
            <a:lvl1pPr marL="0" indent="0">
              <a:buNone/>
              <a:defRPr lang="en-US" sz="1800" i="1" kern="0" dirty="0" smtClean="0">
                <a:solidFill>
                  <a:schemeClr val="bg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  <a:lvl2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2pPr>
            <a:lvl3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3pPr>
            <a:lvl4pPr>
              <a:defRPr lang="en-US" sz="1800" i="1" kern="0" dirty="0" smtClean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4pPr>
            <a:lvl5pPr>
              <a:defRPr lang="en-AU" sz="1800" i="1" kern="0" dirty="0">
                <a:solidFill>
                  <a:schemeClr val="tx1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defRPr>
            </a:lvl5pPr>
          </a:lstStyle>
          <a:p>
            <a:pPr lvl="0"/>
            <a:r>
              <a:rPr lang="en-US"/>
              <a:t>01  Pointer to the agenda and what we will discuss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AF8A64-DEF6-04E5-DC38-56F788F4F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2311"/>
            <a:ext cx="1917339" cy="28376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3C9AE1F-1FB7-FE09-E270-C3060D40B05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320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- Statemen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! MAIN CIRCLE ">
            <a:extLst>
              <a:ext uri="{FF2B5EF4-FFF2-40B4-BE49-F238E27FC236}">
                <a16:creationId xmlns:a16="http://schemas.microsoft.com/office/drawing/2014/main" id="{85921C2E-FC5D-43FF-4631-5EEC305626EF}"/>
              </a:ext>
            </a:extLst>
          </p:cNvPr>
          <p:cNvSpPr/>
          <p:nvPr userDrawn="1"/>
        </p:nvSpPr>
        <p:spPr>
          <a:xfrm>
            <a:off x="351473" y="-2315527"/>
            <a:ext cx="11489054" cy="11489054"/>
          </a:xfrm>
          <a:prstGeom prst="ellipse">
            <a:avLst/>
          </a:prstGeom>
          <a:solidFill>
            <a:srgbClr val="0B1D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722D5-087D-1D6C-2007-4B4500076A68}"/>
              </a:ext>
            </a:extLst>
          </p:cNvPr>
          <p:cNvSpPr/>
          <p:nvPr userDrawn="1"/>
        </p:nvSpPr>
        <p:spPr>
          <a:xfrm>
            <a:off x="6957391" y="1042298"/>
            <a:ext cx="3507140" cy="726398"/>
          </a:xfrm>
          <a:prstGeom prst="rect">
            <a:avLst/>
          </a:prstGeom>
          <a:solidFill>
            <a:srgbClr val="0B1D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BCC2-C04B-EBF0-A006-40678F88F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788" y="2383915"/>
            <a:ext cx="8734425" cy="2090170"/>
          </a:xfrm>
        </p:spPr>
        <p:txBody>
          <a:bodyPr anchor="ctr">
            <a:noAutofit/>
          </a:bodyPr>
          <a:lstStyle>
            <a:lvl1pPr marL="0" marR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latin typeface="+mj-lt"/>
              </a:defRPr>
            </a:lvl2pPr>
            <a:lvl3pPr>
              <a:defRPr sz="7200">
                <a:latin typeface="+mj-lt"/>
              </a:defRPr>
            </a:lvl3pPr>
            <a:lvl4pPr>
              <a:defRPr sz="7200">
                <a:latin typeface="+mj-lt"/>
              </a:defRPr>
            </a:lvl4pPr>
            <a:lvl5pPr>
              <a:defRPr sz="7200">
                <a:latin typeface="+mj-lt"/>
              </a:defRPr>
            </a:lvl5pPr>
          </a:lstStyle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  <a:b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</a:br>
            <a:r>
              <a:rPr lang="en-AU" sz="7200" kern="0" dirty="0">
                <a:gradFill flip="none" rotWithShape="1">
                  <a:gsLst>
                    <a:gs pos="0">
                      <a:srgbClr val="B5D337"/>
                    </a:gs>
                    <a:gs pos="77000">
                      <a:srgbClr val="338FCA"/>
                    </a:gs>
                    <a:gs pos="52000">
                      <a:srgbClr val="33BFC3"/>
                    </a:gs>
                    <a:gs pos="100000">
                      <a:srgbClr val="9117B6"/>
                    </a:gs>
                  </a:gsLst>
                  <a:lin ang="3000000" scaled="0"/>
                  <a:tileRect/>
                </a:gradFill>
                <a:latin typeface="Rethink Sans SemiBold" pitchFamily="2" charset="77"/>
                <a:ea typeface="Rethink Sans"/>
                <a:sym typeface="Rethink Sans"/>
              </a:rPr>
              <a:t>your success.</a:t>
            </a:r>
          </a:p>
        </p:txBody>
      </p:sp>
    </p:spTree>
    <p:extLst>
      <p:ext uri="{BB962C8B-B14F-4D97-AF65-F5344CB8AC3E}">
        <p14:creationId xmlns:p14="http://schemas.microsoft.com/office/powerpoint/2010/main" val="1406559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- Statement Rainb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! MAIN CIRCLE ">
            <a:extLst>
              <a:ext uri="{FF2B5EF4-FFF2-40B4-BE49-F238E27FC236}">
                <a16:creationId xmlns:a16="http://schemas.microsoft.com/office/drawing/2014/main" id="{85921C2E-FC5D-43FF-4631-5EEC305626EF}"/>
              </a:ext>
            </a:extLst>
          </p:cNvPr>
          <p:cNvSpPr/>
          <p:nvPr userDrawn="1"/>
        </p:nvSpPr>
        <p:spPr>
          <a:xfrm>
            <a:off x="351473" y="-2315527"/>
            <a:ext cx="11489054" cy="11489054"/>
          </a:xfrm>
          <a:prstGeom prst="ellipse">
            <a:avLst/>
          </a:prstGeom>
          <a:gradFill>
            <a:gsLst>
              <a:gs pos="0">
                <a:srgbClr val="B5D337"/>
              </a:gs>
              <a:gs pos="77000">
                <a:srgbClr val="338FCA"/>
              </a:gs>
              <a:gs pos="52000">
                <a:srgbClr val="33BFC3"/>
              </a:gs>
              <a:gs pos="100000">
                <a:srgbClr val="9117B6"/>
              </a:gs>
            </a:gsLst>
            <a:lin ang="30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BCC2-C04B-EBF0-A006-40678F88F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788" y="2383915"/>
            <a:ext cx="8734425" cy="2090170"/>
          </a:xfrm>
        </p:spPr>
        <p:txBody>
          <a:bodyPr anchor="ctr">
            <a:noAutofit/>
          </a:bodyPr>
          <a:lstStyle>
            <a:lvl1pPr marL="0" marR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latin typeface="+mj-lt"/>
              </a:defRPr>
            </a:lvl2pPr>
            <a:lvl3pPr>
              <a:defRPr sz="7200">
                <a:latin typeface="+mj-lt"/>
              </a:defRPr>
            </a:lvl3pPr>
            <a:lvl4pPr>
              <a:defRPr sz="7200">
                <a:latin typeface="+mj-lt"/>
              </a:defRPr>
            </a:lvl4pPr>
            <a:lvl5pPr>
              <a:defRPr sz="7200">
                <a:latin typeface="+mj-lt"/>
              </a:defRPr>
            </a:lvl5pPr>
          </a:lstStyle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</a:p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your success</a:t>
            </a:r>
            <a:endParaRPr lang="en-AU" sz="7200" kern="0" dirty="0">
              <a:gradFill flip="none" rotWithShape="1">
                <a:gsLst>
                  <a:gs pos="0">
                    <a:srgbClr val="B5D337"/>
                  </a:gs>
                  <a:gs pos="77000">
                    <a:srgbClr val="338FCA"/>
                  </a:gs>
                  <a:gs pos="52000">
                    <a:srgbClr val="33BFC3"/>
                  </a:gs>
                  <a:gs pos="100000">
                    <a:srgbClr val="9117B6"/>
                  </a:gs>
                </a:gsLst>
                <a:lin ang="3000000" scaled="0"/>
                <a:tileRect/>
              </a:gradFill>
              <a:latin typeface="Rethink Sans SemiBold" pitchFamily="2" charset="77"/>
              <a:ea typeface="Rethink Sans"/>
              <a:sym typeface="Rethink Sans"/>
            </a:endParaRPr>
          </a:p>
        </p:txBody>
      </p:sp>
    </p:spTree>
    <p:extLst>
      <p:ext uri="{BB962C8B-B14F-4D97-AF65-F5344CB8AC3E}">
        <p14:creationId xmlns:p14="http://schemas.microsoft.com/office/powerpoint/2010/main" val="3643900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- Statement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! MAIN CIRCLE ">
            <a:extLst>
              <a:ext uri="{FF2B5EF4-FFF2-40B4-BE49-F238E27FC236}">
                <a16:creationId xmlns:a16="http://schemas.microsoft.com/office/drawing/2014/main" id="{85921C2E-FC5D-43FF-4631-5EEC305626EF}"/>
              </a:ext>
            </a:extLst>
          </p:cNvPr>
          <p:cNvSpPr/>
          <p:nvPr userDrawn="1"/>
        </p:nvSpPr>
        <p:spPr>
          <a:xfrm>
            <a:off x="351473" y="-2315527"/>
            <a:ext cx="11489054" cy="11489054"/>
          </a:xfrm>
          <a:prstGeom prst="ellipse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BCC2-C04B-EBF0-A006-40678F88F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788" y="2383915"/>
            <a:ext cx="8734425" cy="2090170"/>
          </a:xfrm>
        </p:spPr>
        <p:txBody>
          <a:bodyPr anchor="ctr">
            <a:noAutofit/>
          </a:bodyPr>
          <a:lstStyle>
            <a:lvl1pPr marL="0" marR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latin typeface="+mj-lt"/>
              </a:defRPr>
            </a:lvl2pPr>
            <a:lvl3pPr>
              <a:defRPr sz="7200">
                <a:latin typeface="+mj-lt"/>
              </a:defRPr>
            </a:lvl3pPr>
            <a:lvl4pPr>
              <a:defRPr sz="7200">
                <a:latin typeface="+mj-lt"/>
              </a:defRPr>
            </a:lvl4pPr>
            <a:lvl5pPr>
              <a:defRPr sz="7200">
                <a:latin typeface="+mj-lt"/>
              </a:defRPr>
            </a:lvl5pPr>
          </a:lstStyle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</a:p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your success</a:t>
            </a:r>
            <a:endParaRPr lang="en-AU" sz="7200" kern="0" dirty="0">
              <a:gradFill flip="none" rotWithShape="1">
                <a:gsLst>
                  <a:gs pos="0">
                    <a:srgbClr val="B5D337"/>
                  </a:gs>
                  <a:gs pos="77000">
                    <a:srgbClr val="338FCA"/>
                  </a:gs>
                  <a:gs pos="52000">
                    <a:srgbClr val="33BFC3"/>
                  </a:gs>
                  <a:gs pos="100000">
                    <a:srgbClr val="9117B6"/>
                  </a:gs>
                </a:gsLst>
                <a:lin ang="3000000" scaled="0"/>
                <a:tileRect/>
              </a:gradFill>
              <a:latin typeface="Rethink Sans SemiBold" pitchFamily="2" charset="77"/>
              <a:ea typeface="Rethink Sans"/>
              <a:sym typeface="Rethink Sans"/>
            </a:endParaRPr>
          </a:p>
        </p:txBody>
      </p:sp>
    </p:spTree>
    <p:extLst>
      <p:ext uri="{BB962C8B-B14F-4D97-AF65-F5344CB8AC3E}">
        <p14:creationId xmlns:p14="http://schemas.microsoft.com/office/powerpoint/2010/main" val="120166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- Statement For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! MAIN CIRCLE ">
            <a:extLst>
              <a:ext uri="{FF2B5EF4-FFF2-40B4-BE49-F238E27FC236}">
                <a16:creationId xmlns:a16="http://schemas.microsoft.com/office/drawing/2014/main" id="{85921C2E-FC5D-43FF-4631-5EEC305626EF}"/>
              </a:ext>
            </a:extLst>
          </p:cNvPr>
          <p:cNvSpPr/>
          <p:nvPr userDrawn="1"/>
        </p:nvSpPr>
        <p:spPr>
          <a:xfrm>
            <a:off x="351473" y="-2315527"/>
            <a:ext cx="11489054" cy="11489054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BCC2-C04B-EBF0-A006-40678F88F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788" y="2383915"/>
            <a:ext cx="8734425" cy="2090170"/>
          </a:xfrm>
        </p:spPr>
        <p:txBody>
          <a:bodyPr anchor="ctr">
            <a:noAutofit/>
          </a:bodyPr>
          <a:lstStyle>
            <a:lvl1pPr marL="0" marR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latin typeface="+mj-lt"/>
              </a:defRPr>
            </a:lvl2pPr>
            <a:lvl3pPr>
              <a:defRPr sz="7200">
                <a:latin typeface="+mj-lt"/>
              </a:defRPr>
            </a:lvl3pPr>
            <a:lvl4pPr>
              <a:defRPr sz="7200">
                <a:latin typeface="+mj-lt"/>
              </a:defRPr>
            </a:lvl4pPr>
            <a:lvl5pPr>
              <a:defRPr sz="7200">
                <a:latin typeface="+mj-lt"/>
              </a:defRPr>
            </a:lvl5pPr>
          </a:lstStyle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</a:p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your success</a:t>
            </a:r>
            <a:endParaRPr lang="en-AU" sz="7200" kern="0" dirty="0">
              <a:gradFill flip="none" rotWithShape="1">
                <a:gsLst>
                  <a:gs pos="0">
                    <a:srgbClr val="B5D337"/>
                  </a:gs>
                  <a:gs pos="77000">
                    <a:srgbClr val="338FCA"/>
                  </a:gs>
                  <a:gs pos="52000">
                    <a:srgbClr val="33BFC3"/>
                  </a:gs>
                  <a:gs pos="100000">
                    <a:srgbClr val="9117B6"/>
                  </a:gs>
                </a:gsLst>
                <a:lin ang="3000000" scaled="0"/>
                <a:tileRect/>
              </a:gradFill>
              <a:latin typeface="Rethink Sans SemiBold" pitchFamily="2" charset="77"/>
              <a:ea typeface="Rethink Sans"/>
              <a:sym typeface="Rethink Sans"/>
            </a:endParaRPr>
          </a:p>
        </p:txBody>
      </p:sp>
    </p:spTree>
    <p:extLst>
      <p:ext uri="{BB962C8B-B14F-4D97-AF65-F5344CB8AC3E}">
        <p14:creationId xmlns:p14="http://schemas.microsoft.com/office/powerpoint/2010/main" val="2823864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- Statement Ad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41097A-91F3-1F60-D277-C12487A45C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737" y="-2315527"/>
            <a:ext cx="11840526" cy="11489054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7BCC2-C04B-EBF0-A006-40678F88F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788" y="2383915"/>
            <a:ext cx="8734425" cy="2090170"/>
          </a:xfrm>
        </p:spPr>
        <p:txBody>
          <a:bodyPr anchor="ctr">
            <a:noAutofit/>
          </a:bodyPr>
          <a:lstStyle>
            <a:lvl1pPr marL="0" marR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bg1"/>
                </a:solidFill>
                <a:latin typeface="+mj-lt"/>
              </a:defRPr>
            </a:lvl1pPr>
            <a:lvl2pPr>
              <a:defRPr sz="7200">
                <a:latin typeface="+mj-lt"/>
              </a:defRPr>
            </a:lvl2pPr>
            <a:lvl3pPr>
              <a:defRPr sz="7200">
                <a:latin typeface="+mj-lt"/>
              </a:defRPr>
            </a:lvl3pPr>
            <a:lvl4pPr>
              <a:defRPr sz="7200">
                <a:latin typeface="+mj-lt"/>
              </a:defRPr>
            </a:lvl4pPr>
            <a:lvl5pPr>
              <a:defRPr sz="7200">
                <a:latin typeface="+mj-lt"/>
              </a:defRPr>
            </a:lvl5pPr>
          </a:lstStyle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</a:p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your success</a:t>
            </a:r>
            <a:endParaRPr lang="en-AU" sz="7200" kern="0" dirty="0">
              <a:gradFill flip="none" rotWithShape="1">
                <a:gsLst>
                  <a:gs pos="0">
                    <a:srgbClr val="B5D337"/>
                  </a:gs>
                  <a:gs pos="77000">
                    <a:srgbClr val="338FCA"/>
                  </a:gs>
                  <a:gs pos="52000">
                    <a:srgbClr val="33BFC3"/>
                  </a:gs>
                  <a:gs pos="100000">
                    <a:srgbClr val="9117B6"/>
                  </a:gs>
                </a:gsLst>
                <a:lin ang="3000000" scaled="0"/>
                <a:tileRect/>
              </a:gradFill>
              <a:latin typeface="Rethink Sans SemiBold" pitchFamily="2" charset="77"/>
              <a:ea typeface="Rethink Sans"/>
              <a:sym typeface="Rethink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589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! MAIN CIRCLE ">
            <a:extLst>
              <a:ext uri="{FF2B5EF4-FFF2-40B4-BE49-F238E27FC236}">
                <a16:creationId xmlns:a16="http://schemas.microsoft.com/office/drawing/2014/main" id="{85921C2E-FC5D-43FF-4631-5EEC305626EF}"/>
              </a:ext>
            </a:extLst>
          </p:cNvPr>
          <p:cNvSpPr/>
          <p:nvPr userDrawn="1"/>
        </p:nvSpPr>
        <p:spPr>
          <a:xfrm>
            <a:off x="351473" y="-2315527"/>
            <a:ext cx="11489054" cy="11489054"/>
          </a:xfrm>
          <a:prstGeom prst="ellipse">
            <a:avLst/>
          </a:prstGeom>
          <a:solidFill>
            <a:srgbClr val="0B1D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pic>
        <p:nvPicPr>
          <p:cNvPr id="7" name="Logo Mark.mp4" descr="Logo Mark.mp4">
            <a:extLst>
              <a:ext uri="{FF2B5EF4-FFF2-40B4-BE49-F238E27FC236}">
                <a16:creationId xmlns:a16="http://schemas.microsoft.com/office/drawing/2014/main" id="{664DD892-B804-019D-49D0-EDF9713E2482}"/>
              </a:ext>
            </a:extLst>
          </p:cNvPr>
          <p:cNvPicPr>
            <a:picLocks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96139" y="1518748"/>
            <a:ext cx="798723" cy="798723"/>
          </a:xfrm>
          <a:prstGeom prst="roundRect">
            <a:avLst/>
          </a:prstGeom>
          <a:ln w="12700">
            <a:miter lim="400000"/>
          </a:ln>
          <a:effectLst>
            <a:softEdge rad="91694"/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292730-6921-9833-74B3-C74774710820}"/>
              </a:ext>
            </a:extLst>
          </p:cNvPr>
          <p:cNvSpPr/>
          <p:nvPr userDrawn="1"/>
        </p:nvSpPr>
        <p:spPr>
          <a:xfrm>
            <a:off x="4786047" y="1803877"/>
            <a:ext cx="2011141" cy="235573"/>
          </a:xfrm>
          <a:custGeom>
            <a:avLst/>
            <a:gdLst>
              <a:gd name="connsiteX0" fmla="*/ 2036261 w 3328105"/>
              <a:gd name="connsiteY0" fmla="*/ 217728 h 389834"/>
              <a:gd name="connsiteX1" fmla="*/ 2036261 w 3328105"/>
              <a:gd name="connsiteY1" fmla="*/ 321407 h 389834"/>
              <a:gd name="connsiteX2" fmla="*/ 2108837 w 3328105"/>
              <a:gd name="connsiteY2" fmla="*/ 321407 h 389834"/>
              <a:gd name="connsiteX3" fmla="*/ 2156529 w 3328105"/>
              <a:gd name="connsiteY3" fmla="*/ 304818 h 389834"/>
              <a:gd name="connsiteX4" fmla="*/ 2171045 w 3328105"/>
              <a:gd name="connsiteY4" fmla="*/ 269566 h 389834"/>
              <a:gd name="connsiteX5" fmla="*/ 2156529 w 3328105"/>
              <a:gd name="connsiteY5" fmla="*/ 234316 h 389834"/>
              <a:gd name="connsiteX6" fmla="*/ 2108837 w 3328105"/>
              <a:gd name="connsiteY6" fmla="*/ 217728 h 389834"/>
              <a:gd name="connsiteX7" fmla="*/ 188697 w 3328105"/>
              <a:gd name="connsiteY7" fmla="*/ 124415 h 389834"/>
              <a:gd name="connsiteX8" fmla="*/ 141004 w 3328105"/>
              <a:gd name="connsiteY8" fmla="*/ 236389 h 389834"/>
              <a:gd name="connsiteX9" fmla="*/ 236389 w 3328105"/>
              <a:gd name="connsiteY9" fmla="*/ 236389 h 389834"/>
              <a:gd name="connsiteX10" fmla="*/ 3077200 w 3328105"/>
              <a:gd name="connsiteY10" fmla="*/ 72577 h 389834"/>
              <a:gd name="connsiteX11" fmla="*/ 3077200 w 3328105"/>
              <a:gd name="connsiteY11" fmla="*/ 321407 h 389834"/>
              <a:gd name="connsiteX12" fmla="*/ 3131113 w 3328105"/>
              <a:gd name="connsiteY12" fmla="*/ 321407 h 389834"/>
              <a:gd name="connsiteX13" fmla="*/ 3228573 w 3328105"/>
              <a:gd name="connsiteY13" fmla="*/ 279935 h 389834"/>
              <a:gd name="connsiteX14" fmla="*/ 3255529 w 3328105"/>
              <a:gd name="connsiteY14" fmla="*/ 196992 h 389834"/>
              <a:gd name="connsiteX15" fmla="*/ 3228573 w 3328105"/>
              <a:gd name="connsiteY15" fmla="*/ 114048 h 389834"/>
              <a:gd name="connsiteX16" fmla="*/ 3131113 w 3328105"/>
              <a:gd name="connsiteY16" fmla="*/ 72577 h 389834"/>
              <a:gd name="connsiteX17" fmla="*/ 2036261 w 3328105"/>
              <a:gd name="connsiteY17" fmla="*/ 72577 h 389834"/>
              <a:gd name="connsiteX18" fmla="*/ 2036261 w 3328105"/>
              <a:gd name="connsiteY18" fmla="*/ 155520 h 389834"/>
              <a:gd name="connsiteX19" fmla="*/ 2088101 w 3328105"/>
              <a:gd name="connsiteY19" fmla="*/ 155520 h 389834"/>
              <a:gd name="connsiteX20" fmla="*/ 2129573 w 3328105"/>
              <a:gd name="connsiteY20" fmla="*/ 141004 h 389834"/>
              <a:gd name="connsiteX21" fmla="*/ 2139940 w 3328105"/>
              <a:gd name="connsiteY21" fmla="*/ 114048 h 389834"/>
              <a:gd name="connsiteX22" fmla="*/ 2129573 w 3328105"/>
              <a:gd name="connsiteY22" fmla="*/ 87091 h 389834"/>
              <a:gd name="connsiteX23" fmla="*/ 2088101 w 3328105"/>
              <a:gd name="connsiteY23" fmla="*/ 72577 h 389834"/>
              <a:gd name="connsiteX24" fmla="*/ 3004626 w 3328105"/>
              <a:gd name="connsiteY24" fmla="*/ 8294 h 389834"/>
              <a:gd name="connsiteX25" fmla="*/ 3122819 w 3328105"/>
              <a:gd name="connsiteY25" fmla="*/ 8294 h 389834"/>
              <a:gd name="connsiteX26" fmla="*/ 3253456 w 3328105"/>
              <a:gd name="connsiteY26" fmla="*/ 43546 h 389834"/>
              <a:gd name="connsiteX27" fmla="*/ 3328105 w 3328105"/>
              <a:gd name="connsiteY27" fmla="*/ 196992 h 389834"/>
              <a:gd name="connsiteX28" fmla="*/ 3253456 w 3328105"/>
              <a:gd name="connsiteY28" fmla="*/ 350437 h 389834"/>
              <a:gd name="connsiteX29" fmla="*/ 3122819 w 3328105"/>
              <a:gd name="connsiteY29" fmla="*/ 385687 h 389834"/>
              <a:gd name="connsiteX30" fmla="*/ 3004626 w 3328105"/>
              <a:gd name="connsiteY30" fmla="*/ 385687 h 389834"/>
              <a:gd name="connsiteX31" fmla="*/ 2666631 w 3328105"/>
              <a:gd name="connsiteY31" fmla="*/ 8294 h 389834"/>
              <a:gd name="connsiteX32" fmla="*/ 2892652 w 3328105"/>
              <a:gd name="connsiteY32" fmla="*/ 8294 h 389834"/>
              <a:gd name="connsiteX33" fmla="*/ 2892652 w 3328105"/>
              <a:gd name="connsiteY33" fmla="*/ 72577 h 389834"/>
              <a:gd name="connsiteX34" fmla="*/ 2739207 w 3328105"/>
              <a:gd name="connsiteY34" fmla="*/ 72577 h 389834"/>
              <a:gd name="connsiteX35" fmla="*/ 2739207 w 3328105"/>
              <a:gd name="connsiteY35" fmla="*/ 151373 h 389834"/>
              <a:gd name="connsiteX36" fmla="*/ 2855328 w 3328105"/>
              <a:gd name="connsiteY36" fmla="*/ 151373 h 389834"/>
              <a:gd name="connsiteX37" fmla="*/ 2855328 w 3328105"/>
              <a:gd name="connsiteY37" fmla="*/ 215653 h 389834"/>
              <a:gd name="connsiteX38" fmla="*/ 2739207 w 3328105"/>
              <a:gd name="connsiteY38" fmla="*/ 215653 h 389834"/>
              <a:gd name="connsiteX39" fmla="*/ 2739207 w 3328105"/>
              <a:gd name="connsiteY39" fmla="*/ 321407 h 389834"/>
              <a:gd name="connsiteX40" fmla="*/ 2898872 w 3328105"/>
              <a:gd name="connsiteY40" fmla="*/ 321407 h 389834"/>
              <a:gd name="connsiteX41" fmla="*/ 2898872 w 3328105"/>
              <a:gd name="connsiteY41" fmla="*/ 385687 h 389834"/>
              <a:gd name="connsiteX42" fmla="*/ 2666631 w 3328105"/>
              <a:gd name="connsiteY42" fmla="*/ 385687 h 389834"/>
              <a:gd name="connsiteX43" fmla="*/ 2339004 w 3328105"/>
              <a:gd name="connsiteY43" fmla="*/ 8294 h 389834"/>
              <a:gd name="connsiteX44" fmla="*/ 2411581 w 3328105"/>
              <a:gd name="connsiteY44" fmla="*/ 8294 h 389834"/>
              <a:gd name="connsiteX45" fmla="*/ 2411581 w 3328105"/>
              <a:gd name="connsiteY45" fmla="*/ 321407 h 389834"/>
              <a:gd name="connsiteX46" fmla="*/ 2571245 w 3328105"/>
              <a:gd name="connsiteY46" fmla="*/ 321407 h 389834"/>
              <a:gd name="connsiteX47" fmla="*/ 2571245 w 3328105"/>
              <a:gd name="connsiteY47" fmla="*/ 385687 h 389834"/>
              <a:gd name="connsiteX48" fmla="*/ 2339004 w 3328105"/>
              <a:gd name="connsiteY48" fmla="*/ 385687 h 389834"/>
              <a:gd name="connsiteX49" fmla="*/ 1457731 w 3328105"/>
              <a:gd name="connsiteY49" fmla="*/ 8294 h 389834"/>
              <a:gd name="connsiteX50" fmla="*/ 1509570 w 3328105"/>
              <a:gd name="connsiteY50" fmla="*/ 8294 h 389834"/>
              <a:gd name="connsiteX51" fmla="*/ 1650574 w 3328105"/>
              <a:gd name="connsiteY51" fmla="*/ 234316 h 389834"/>
              <a:gd name="connsiteX52" fmla="*/ 1787430 w 3328105"/>
              <a:gd name="connsiteY52" fmla="*/ 8294 h 389834"/>
              <a:gd name="connsiteX53" fmla="*/ 1839271 w 3328105"/>
              <a:gd name="connsiteY53" fmla="*/ 8294 h 389834"/>
              <a:gd name="connsiteX54" fmla="*/ 1839271 w 3328105"/>
              <a:gd name="connsiteY54" fmla="*/ 385687 h 389834"/>
              <a:gd name="connsiteX55" fmla="*/ 1766695 w 3328105"/>
              <a:gd name="connsiteY55" fmla="*/ 385687 h 389834"/>
              <a:gd name="connsiteX56" fmla="*/ 1766695 w 3328105"/>
              <a:gd name="connsiteY56" fmla="*/ 174181 h 389834"/>
              <a:gd name="connsiteX57" fmla="*/ 1675457 w 3328105"/>
              <a:gd name="connsiteY57" fmla="*/ 323479 h 389834"/>
              <a:gd name="connsiteX58" fmla="*/ 1623618 w 3328105"/>
              <a:gd name="connsiteY58" fmla="*/ 323479 h 389834"/>
              <a:gd name="connsiteX59" fmla="*/ 1530306 w 3328105"/>
              <a:gd name="connsiteY59" fmla="*/ 174181 h 389834"/>
              <a:gd name="connsiteX60" fmla="*/ 1530306 w 3328105"/>
              <a:gd name="connsiteY60" fmla="*/ 385687 h 389834"/>
              <a:gd name="connsiteX61" fmla="*/ 1457731 w 3328105"/>
              <a:gd name="connsiteY61" fmla="*/ 385687 h 389834"/>
              <a:gd name="connsiteX62" fmla="*/ 1123883 w 3328105"/>
              <a:gd name="connsiteY62" fmla="*/ 8294 h 389834"/>
              <a:gd name="connsiteX63" fmla="*/ 1349905 w 3328105"/>
              <a:gd name="connsiteY63" fmla="*/ 8294 h 389834"/>
              <a:gd name="connsiteX64" fmla="*/ 1349905 w 3328105"/>
              <a:gd name="connsiteY64" fmla="*/ 72577 h 389834"/>
              <a:gd name="connsiteX65" fmla="*/ 1196460 w 3328105"/>
              <a:gd name="connsiteY65" fmla="*/ 72577 h 389834"/>
              <a:gd name="connsiteX66" fmla="*/ 1196460 w 3328105"/>
              <a:gd name="connsiteY66" fmla="*/ 151373 h 389834"/>
              <a:gd name="connsiteX67" fmla="*/ 1312581 w 3328105"/>
              <a:gd name="connsiteY67" fmla="*/ 151373 h 389834"/>
              <a:gd name="connsiteX68" fmla="*/ 1312581 w 3328105"/>
              <a:gd name="connsiteY68" fmla="*/ 215653 h 389834"/>
              <a:gd name="connsiteX69" fmla="*/ 1196460 w 3328105"/>
              <a:gd name="connsiteY69" fmla="*/ 215653 h 389834"/>
              <a:gd name="connsiteX70" fmla="*/ 1196460 w 3328105"/>
              <a:gd name="connsiteY70" fmla="*/ 321407 h 389834"/>
              <a:gd name="connsiteX71" fmla="*/ 1356125 w 3328105"/>
              <a:gd name="connsiteY71" fmla="*/ 321407 h 389834"/>
              <a:gd name="connsiteX72" fmla="*/ 1356125 w 3328105"/>
              <a:gd name="connsiteY72" fmla="*/ 385687 h 389834"/>
              <a:gd name="connsiteX73" fmla="*/ 1123883 w 3328105"/>
              <a:gd name="connsiteY73" fmla="*/ 385687 h 389834"/>
              <a:gd name="connsiteX74" fmla="*/ 161740 w 3328105"/>
              <a:gd name="connsiteY74" fmla="*/ 8294 h 389834"/>
              <a:gd name="connsiteX75" fmla="*/ 213580 w 3328105"/>
              <a:gd name="connsiteY75" fmla="*/ 8294 h 389834"/>
              <a:gd name="connsiteX76" fmla="*/ 375320 w 3328105"/>
              <a:gd name="connsiteY76" fmla="*/ 385687 h 389834"/>
              <a:gd name="connsiteX77" fmla="*/ 298596 w 3328105"/>
              <a:gd name="connsiteY77" fmla="*/ 385687 h 389834"/>
              <a:gd name="connsiteX78" fmla="*/ 263346 w 3328105"/>
              <a:gd name="connsiteY78" fmla="*/ 302743 h 389834"/>
              <a:gd name="connsiteX79" fmla="*/ 111974 w 3328105"/>
              <a:gd name="connsiteY79" fmla="*/ 302743 h 389834"/>
              <a:gd name="connsiteX80" fmla="*/ 76724 w 3328105"/>
              <a:gd name="connsiteY80" fmla="*/ 385687 h 389834"/>
              <a:gd name="connsiteX81" fmla="*/ 0 w 3328105"/>
              <a:gd name="connsiteY81" fmla="*/ 385687 h 389834"/>
              <a:gd name="connsiteX82" fmla="*/ 2094321 w 3328105"/>
              <a:gd name="connsiteY82" fmla="*/ 6222 h 389834"/>
              <a:gd name="connsiteX83" fmla="*/ 2179339 w 3328105"/>
              <a:gd name="connsiteY83" fmla="*/ 33177 h 389834"/>
              <a:gd name="connsiteX84" fmla="*/ 2214589 w 3328105"/>
              <a:gd name="connsiteY84" fmla="*/ 109901 h 389834"/>
              <a:gd name="connsiteX85" fmla="*/ 2189706 w 3328105"/>
              <a:gd name="connsiteY85" fmla="*/ 174181 h 389834"/>
              <a:gd name="connsiteX86" fmla="*/ 2245694 w 3328105"/>
              <a:gd name="connsiteY86" fmla="*/ 271641 h 389834"/>
              <a:gd name="connsiteX87" fmla="*/ 2210442 w 3328105"/>
              <a:gd name="connsiteY87" fmla="*/ 352510 h 389834"/>
              <a:gd name="connsiteX88" fmla="*/ 2110910 w 3328105"/>
              <a:gd name="connsiteY88" fmla="*/ 385687 h 389834"/>
              <a:gd name="connsiteX89" fmla="*/ 1963686 w 3328105"/>
              <a:gd name="connsiteY89" fmla="*/ 385687 h 389834"/>
              <a:gd name="connsiteX90" fmla="*/ 1963686 w 3328105"/>
              <a:gd name="connsiteY90" fmla="*/ 8294 h 389834"/>
              <a:gd name="connsiteX91" fmla="*/ 899936 w 3328105"/>
              <a:gd name="connsiteY91" fmla="*/ 0 h 389834"/>
              <a:gd name="connsiteX92" fmla="*/ 1009835 w 3328105"/>
              <a:gd name="connsiteY92" fmla="*/ 35252 h 389834"/>
              <a:gd name="connsiteX93" fmla="*/ 972513 w 3328105"/>
              <a:gd name="connsiteY93" fmla="*/ 89165 h 389834"/>
              <a:gd name="connsiteX94" fmla="*/ 906156 w 3328105"/>
              <a:gd name="connsiteY94" fmla="*/ 64282 h 389834"/>
              <a:gd name="connsiteX95" fmla="*/ 848097 w 3328105"/>
              <a:gd name="connsiteY95" fmla="*/ 105754 h 389834"/>
              <a:gd name="connsiteX96" fmla="*/ 1022279 w 3328105"/>
              <a:gd name="connsiteY96" fmla="*/ 275788 h 389834"/>
              <a:gd name="connsiteX97" fmla="*/ 893716 w 3328105"/>
              <a:gd name="connsiteY97" fmla="*/ 389834 h 389834"/>
              <a:gd name="connsiteX98" fmla="*/ 756860 w 3328105"/>
              <a:gd name="connsiteY98" fmla="*/ 333848 h 389834"/>
              <a:gd name="connsiteX99" fmla="*/ 804551 w 3328105"/>
              <a:gd name="connsiteY99" fmla="*/ 282008 h 389834"/>
              <a:gd name="connsiteX100" fmla="*/ 893716 w 3328105"/>
              <a:gd name="connsiteY100" fmla="*/ 323479 h 389834"/>
              <a:gd name="connsiteX101" fmla="*/ 949702 w 3328105"/>
              <a:gd name="connsiteY101" fmla="*/ 275788 h 389834"/>
              <a:gd name="connsiteX102" fmla="*/ 829434 w 3328105"/>
              <a:gd name="connsiteY102" fmla="*/ 190770 h 389834"/>
              <a:gd name="connsiteX103" fmla="*/ 775521 w 3328105"/>
              <a:gd name="connsiteY103" fmla="*/ 105754 h 389834"/>
              <a:gd name="connsiteX104" fmla="*/ 899936 w 3328105"/>
              <a:gd name="connsiteY104" fmla="*/ 0 h 389834"/>
              <a:gd name="connsiteX105" fmla="*/ 580604 w 3328105"/>
              <a:gd name="connsiteY105" fmla="*/ 0 h 389834"/>
              <a:gd name="connsiteX106" fmla="*/ 690505 w 3328105"/>
              <a:gd name="connsiteY106" fmla="*/ 35252 h 389834"/>
              <a:gd name="connsiteX107" fmla="*/ 653180 w 3328105"/>
              <a:gd name="connsiteY107" fmla="*/ 89165 h 389834"/>
              <a:gd name="connsiteX108" fmla="*/ 586826 w 3328105"/>
              <a:gd name="connsiteY108" fmla="*/ 64282 h 389834"/>
              <a:gd name="connsiteX109" fmla="*/ 528765 w 3328105"/>
              <a:gd name="connsiteY109" fmla="*/ 105754 h 389834"/>
              <a:gd name="connsiteX110" fmla="*/ 702946 w 3328105"/>
              <a:gd name="connsiteY110" fmla="*/ 275788 h 389834"/>
              <a:gd name="connsiteX111" fmla="*/ 574384 w 3328105"/>
              <a:gd name="connsiteY111" fmla="*/ 389834 h 389834"/>
              <a:gd name="connsiteX112" fmla="*/ 437528 w 3328105"/>
              <a:gd name="connsiteY112" fmla="*/ 333848 h 389834"/>
              <a:gd name="connsiteX113" fmla="*/ 485219 w 3328105"/>
              <a:gd name="connsiteY113" fmla="*/ 282008 h 389834"/>
              <a:gd name="connsiteX114" fmla="*/ 574384 w 3328105"/>
              <a:gd name="connsiteY114" fmla="*/ 323479 h 389834"/>
              <a:gd name="connsiteX115" fmla="*/ 630370 w 3328105"/>
              <a:gd name="connsiteY115" fmla="*/ 275788 h 389834"/>
              <a:gd name="connsiteX116" fmla="*/ 510102 w 3328105"/>
              <a:gd name="connsiteY116" fmla="*/ 190770 h 389834"/>
              <a:gd name="connsiteX117" fmla="*/ 456189 w 3328105"/>
              <a:gd name="connsiteY117" fmla="*/ 105754 h 389834"/>
              <a:gd name="connsiteX118" fmla="*/ 580604 w 3328105"/>
              <a:gd name="connsiteY118" fmla="*/ 0 h 389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3328105" h="389834">
                <a:moveTo>
                  <a:pt x="2036261" y="217728"/>
                </a:moveTo>
                <a:lnTo>
                  <a:pt x="2036261" y="321407"/>
                </a:lnTo>
                <a:lnTo>
                  <a:pt x="2108837" y="321407"/>
                </a:lnTo>
                <a:cubicBezTo>
                  <a:pt x="2133720" y="321407"/>
                  <a:pt x="2148234" y="315185"/>
                  <a:pt x="2156529" y="304818"/>
                </a:cubicBezTo>
                <a:cubicBezTo>
                  <a:pt x="2166897" y="294449"/>
                  <a:pt x="2171045" y="284082"/>
                  <a:pt x="2171045" y="269566"/>
                </a:cubicBezTo>
                <a:cubicBezTo>
                  <a:pt x="2171045" y="255052"/>
                  <a:pt x="2164823" y="242611"/>
                  <a:pt x="2156529" y="234316"/>
                </a:cubicBezTo>
                <a:cubicBezTo>
                  <a:pt x="2148234" y="223947"/>
                  <a:pt x="2133720" y="217728"/>
                  <a:pt x="2108837" y="217728"/>
                </a:cubicBezTo>
                <a:close/>
                <a:moveTo>
                  <a:pt x="188697" y="124415"/>
                </a:moveTo>
                <a:lnTo>
                  <a:pt x="141004" y="236389"/>
                </a:lnTo>
                <a:lnTo>
                  <a:pt x="236389" y="236389"/>
                </a:lnTo>
                <a:close/>
                <a:moveTo>
                  <a:pt x="3077200" y="72577"/>
                </a:moveTo>
                <a:lnTo>
                  <a:pt x="3077200" y="321407"/>
                </a:lnTo>
                <a:lnTo>
                  <a:pt x="3131113" y="321407"/>
                </a:lnTo>
                <a:cubicBezTo>
                  <a:pt x="3176733" y="321407"/>
                  <a:pt x="3207837" y="306891"/>
                  <a:pt x="3228573" y="279935"/>
                </a:cubicBezTo>
                <a:cubicBezTo>
                  <a:pt x="3245162" y="257125"/>
                  <a:pt x="3255529" y="228094"/>
                  <a:pt x="3255529" y="196992"/>
                </a:cubicBezTo>
                <a:cubicBezTo>
                  <a:pt x="3255529" y="165887"/>
                  <a:pt x="3245162" y="136857"/>
                  <a:pt x="3228573" y="114048"/>
                </a:cubicBezTo>
                <a:cubicBezTo>
                  <a:pt x="3205763" y="89165"/>
                  <a:pt x="3176733" y="72577"/>
                  <a:pt x="3131113" y="72577"/>
                </a:cubicBezTo>
                <a:close/>
                <a:moveTo>
                  <a:pt x="2036261" y="72577"/>
                </a:moveTo>
                <a:lnTo>
                  <a:pt x="2036261" y="155520"/>
                </a:lnTo>
                <a:lnTo>
                  <a:pt x="2088101" y="155520"/>
                </a:lnTo>
                <a:cubicBezTo>
                  <a:pt x="2110910" y="155520"/>
                  <a:pt x="2121279" y="149298"/>
                  <a:pt x="2129573" y="141004"/>
                </a:cubicBezTo>
                <a:cubicBezTo>
                  <a:pt x="2135793" y="134784"/>
                  <a:pt x="2139940" y="124415"/>
                  <a:pt x="2139940" y="114048"/>
                </a:cubicBezTo>
                <a:cubicBezTo>
                  <a:pt x="2139940" y="103679"/>
                  <a:pt x="2135793" y="93312"/>
                  <a:pt x="2129573" y="87091"/>
                </a:cubicBezTo>
                <a:cubicBezTo>
                  <a:pt x="2121279" y="78796"/>
                  <a:pt x="2110910" y="72577"/>
                  <a:pt x="2088101" y="72577"/>
                </a:cubicBezTo>
                <a:close/>
                <a:moveTo>
                  <a:pt x="3004626" y="8294"/>
                </a:moveTo>
                <a:lnTo>
                  <a:pt x="3122819" y="8294"/>
                </a:lnTo>
                <a:cubicBezTo>
                  <a:pt x="3182954" y="8294"/>
                  <a:pt x="3222351" y="20736"/>
                  <a:pt x="3253456" y="43546"/>
                </a:cubicBezTo>
                <a:cubicBezTo>
                  <a:pt x="3299075" y="78796"/>
                  <a:pt x="3328105" y="134784"/>
                  <a:pt x="3328105" y="196992"/>
                </a:cubicBezTo>
                <a:cubicBezTo>
                  <a:pt x="3328105" y="259199"/>
                  <a:pt x="3299075" y="315185"/>
                  <a:pt x="3253456" y="350437"/>
                </a:cubicBezTo>
                <a:cubicBezTo>
                  <a:pt x="3222351" y="373245"/>
                  <a:pt x="3182954" y="385687"/>
                  <a:pt x="3122819" y="385687"/>
                </a:cubicBezTo>
                <a:lnTo>
                  <a:pt x="3004626" y="385687"/>
                </a:lnTo>
                <a:close/>
                <a:moveTo>
                  <a:pt x="2666631" y="8294"/>
                </a:moveTo>
                <a:lnTo>
                  <a:pt x="2892652" y="8294"/>
                </a:lnTo>
                <a:lnTo>
                  <a:pt x="2892652" y="72577"/>
                </a:lnTo>
                <a:lnTo>
                  <a:pt x="2739207" y="72577"/>
                </a:lnTo>
                <a:lnTo>
                  <a:pt x="2739207" y="151373"/>
                </a:lnTo>
                <a:lnTo>
                  <a:pt x="2855328" y="151373"/>
                </a:lnTo>
                <a:lnTo>
                  <a:pt x="2855328" y="215653"/>
                </a:lnTo>
                <a:lnTo>
                  <a:pt x="2739207" y="215653"/>
                </a:lnTo>
                <a:lnTo>
                  <a:pt x="2739207" y="321407"/>
                </a:lnTo>
                <a:lnTo>
                  <a:pt x="2898872" y="321407"/>
                </a:lnTo>
                <a:lnTo>
                  <a:pt x="2898872" y="385687"/>
                </a:lnTo>
                <a:lnTo>
                  <a:pt x="2666631" y="385687"/>
                </a:lnTo>
                <a:close/>
                <a:moveTo>
                  <a:pt x="2339004" y="8294"/>
                </a:moveTo>
                <a:lnTo>
                  <a:pt x="2411581" y="8294"/>
                </a:lnTo>
                <a:lnTo>
                  <a:pt x="2411581" y="321407"/>
                </a:lnTo>
                <a:lnTo>
                  <a:pt x="2571245" y="321407"/>
                </a:lnTo>
                <a:lnTo>
                  <a:pt x="2571245" y="385687"/>
                </a:lnTo>
                <a:lnTo>
                  <a:pt x="2339004" y="385687"/>
                </a:lnTo>
                <a:close/>
                <a:moveTo>
                  <a:pt x="1457731" y="8294"/>
                </a:moveTo>
                <a:lnTo>
                  <a:pt x="1509570" y="8294"/>
                </a:lnTo>
                <a:lnTo>
                  <a:pt x="1650574" y="234316"/>
                </a:lnTo>
                <a:lnTo>
                  <a:pt x="1787430" y="8294"/>
                </a:lnTo>
                <a:lnTo>
                  <a:pt x="1839271" y="8294"/>
                </a:lnTo>
                <a:lnTo>
                  <a:pt x="1839271" y="385687"/>
                </a:lnTo>
                <a:lnTo>
                  <a:pt x="1766695" y="385687"/>
                </a:lnTo>
                <a:lnTo>
                  <a:pt x="1766695" y="174181"/>
                </a:lnTo>
                <a:lnTo>
                  <a:pt x="1675457" y="323479"/>
                </a:lnTo>
                <a:lnTo>
                  <a:pt x="1623618" y="323479"/>
                </a:lnTo>
                <a:lnTo>
                  <a:pt x="1530306" y="174181"/>
                </a:lnTo>
                <a:lnTo>
                  <a:pt x="1530306" y="385687"/>
                </a:lnTo>
                <a:lnTo>
                  <a:pt x="1457731" y="385687"/>
                </a:lnTo>
                <a:close/>
                <a:moveTo>
                  <a:pt x="1123883" y="8294"/>
                </a:moveTo>
                <a:lnTo>
                  <a:pt x="1349905" y="8294"/>
                </a:lnTo>
                <a:lnTo>
                  <a:pt x="1349905" y="72577"/>
                </a:lnTo>
                <a:lnTo>
                  <a:pt x="1196460" y="72577"/>
                </a:lnTo>
                <a:lnTo>
                  <a:pt x="1196460" y="151373"/>
                </a:lnTo>
                <a:lnTo>
                  <a:pt x="1312581" y="151373"/>
                </a:lnTo>
                <a:lnTo>
                  <a:pt x="1312581" y="215653"/>
                </a:lnTo>
                <a:lnTo>
                  <a:pt x="1196460" y="215653"/>
                </a:lnTo>
                <a:lnTo>
                  <a:pt x="1196460" y="321407"/>
                </a:lnTo>
                <a:lnTo>
                  <a:pt x="1356125" y="321407"/>
                </a:lnTo>
                <a:lnTo>
                  <a:pt x="1356125" y="385687"/>
                </a:lnTo>
                <a:lnTo>
                  <a:pt x="1123883" y="385687"/>
                </a:lnTo>
                <a:close/>
                <a:moveTo>
                  <a:pt x="161740" y="8294"/>
                </a:moveTo>
                <a:lnTo>
                  <a:pt x="213580" y="8294"/>
                </a:lnTo>
                <a:lnTo>
                  <a:pt x="375320" y="385687"/>
                </a:lnTo>
                <a:lnTo>
                  <a:pt x="298596" y="385687"/>
                </a:lnTo>
                <a:lnTo>
                  <a:pt x="263346" y="302743"/>
                </a:lnTo>
                <a:lnTo>
                  <a:pt x="111974" y="302743"/>
                </a:lnTo>
                <a:lnTo>
                  <a:pt x="76724" y="385687"/>
                </a:lnTo>
                <a:lnTo>
                  <a:pt x="0" y="385687"/>
                </a:lnTo>
                <a:close/>
                <a:moveTo>
                  <a:pt x="2094321" y="6222"/>
                </a:moveTo>
                <a:cubicBezTo>
                  <a:pt x="2137867" y="6222"/>
                  <a:pt x="2160676" y="16589"/>
                  <a:pt x="2179339" y="33177"/>
                </a:cubicBezTo>
                <a:cubicBezTo>
                  <a:pt x="2200075" y="51841"/>
                  <a:pt x="2214589" y="78796"/>
                  <a:pt x="2214589" y="109901"/>
                </a:cubicBezTo>
                <a:cubicBezTo>
                  <a:pt x="2214589" y="134784"/>
                  <a:pt x="2202147" y="161740"/>
                  <a:pt x="2189706" y="174181"/>
                </a:cubicBezTo>
                <a:cubicBezTo>
                  <a:pt x="2222883" y="190770"/>
                  <a:pt x="2245694" y="230169"/>
                  <a:pt x="2245694" y="271641"/>
                </a:cubicBezTo>
                <a:cubicBezTo>
                  <a:pt x="2245694" y="302743"/>
                  <a:pt x="2231177" y="331774"/>
                  <a:pt x="2210442" y="352510"/>
                </a:cubicBezTo>
                <a:cubicBezTo>
                  <a:pt x="2189706" y="373245"/>
                  <a:pt x="2158603" y="385687"/>
                  <a:pt x="2110910" y="385687"/>
                </a:cubicBezTo>
                <a:lnTo>
                  <a:pt x="1963686" y="385687"/>
                </a:lnTo>
                <a:lnTo>
                  <a:pt x="1963686" y="8294"/>
                </a:lnTo>
                <a:close/>
                <a:moveTo>
                  <a:pt x="899936" y="0"/>
                </a:moveTo>
                <a:cubicBezTo>
                  <a:pt x="939335" y="0"/>
                  <a:pt x="974585" y="8294"/>
                  <a:pt x="1009835" y="35252"/>
                </a:cubicBezTo>
                <a:lnTo>
                  <a:pt x="972513" y="89165"/>
                </a:lnTo>
                <a:cubicBezTo>
                  <a:pt x="955924" y="74649"/>
                  <a:pt x="931041" y="64282"/>
                  <a:pt x="906156" y="64282"/>
                </a:cubicBezTo>
                <a:cubicBezTo>
                  <a:pt x="879200" y="64282"/>
                  <a:pt x="848097" y="76724"/>
                  <a:pt x="848097" y="105754"/>
                </a:cubicBezTo>
                <a:cubicBezTo>
                  <a:pt x="848097" y="167962"/>
                  <a:pt x="1022279" y="147226"/>
                  <a:pt x="1022279" y="275788"/>
                </a:cubicBezTo>
                <a:cubicBezTo>
                  <a:pt x="1022279" y="344215"/>
                  <a:pt x="962143" y="389834"/>
                  <a:pt x="893716" y="389834"/>
                </a:cubicBezTo>
                <a:cubicBezTo>
                  <a:pt x="841876" y="389834"/>
                  <a:pt x="796257" y="369098"/>
                  <a:pt x="756860" y="333848"/>
                </a:cubicBezTo>
                <a:lnTo>
                  <a:pt x="804551" y="282008"/>
                </a:lnTo>
                <a:cubicBezTo>
                  <a:pt x="825287" y="304818"/>
                  <a:pt x="858464" y="323479"/>
                  <a:pt x="893716" y="323479"/>
                </a:cubicBezTo>
                <a:cubicBezTo>
                  <a:pt x="926891" y="323479"/>
                  <a:pt x="949702" y="302743"/>
                  <a:pt x="949702" y="275788"/>
                </a:cubicBezTo>
                <a:cubicBezTo>
                  <a:pt x="949702" y="226022"/>
                  <a:pt x="881275" y="219800"/>
                  <a:pt x="829434" y="190770"/>
                </a:cubicBezTo>
                <a:cubicBezTo>
                  <a:pt x="798331" y="174181"/>
                  <a:pt x="775521" y="149298"/>
                  <a:pt x="775521" y="105754"/>
                </a:cubicBezTo>
                <a:cubicBezTo>
                  <a:pt x="775521" y="39399"/>
                  <a:pt x="837728" y="0"/>
                  <a:pt x="899936" y="0"/>
                </a:cubicBezTo>
                <a:close/>
                <a:moveTo>
                  <a:pt x="580604" y="0"/>
                </a:moveTo>
                <a:cubicBezTo>
                  <a:pt x="620003" y="0"/>
                  <a:pt x="655253" y="8294"/>
                  <a:pt x="690505" y="35252"/>
                </a:cubicBezTo>
                <a:lnTo>
                  <a:pt x="653180" y="89165"/>
                </a:lnTo>
                <a:cubicBezTo>
                  <a:pt x="636592" y="74649"/>
                  <a:pt x="611709" y="64282"/>
                  <a:pt x="586826" y="64282"/>
                </a:cubicBezTo>
                <a:cubicBezTo>
                  <a:pt x="559868" y="64282"/>
                  <a:pt x="528765" y="76724"/>
                  <a:pt x="528765" y="105754"/>
                </a:cubicBezTo>
                <a:cubicBezTo>
                  <a:pt x="528765" y="167962"/>
                  <a:pt x="702946" y="147226"/>
                  <a:pt x="702946" y="275788"/>
                </a:cubicBezTo>
                <a:cubicBezTo>
                  <a:pt x="702946" y="344215"/>
                  <a:pt x="642811" y="389834"/>
                  <a:pt x="574384" y="389834"/>
                </a:cubicBezTo>
                <a:cubicBezTo>
                  <a:pt x="522543" y="389834"/>
                  <a:pt x="476925" y="369098"/>
                  <a:pt x="437528" y="333848"/>
                </a:cubicBezTo>
                <a:lnTo>
                  <a:pt x="485219" y="282008"/>
                </a:lnTo>
                <a:cubicBezTo>
                  <a:pt x="505955" y="304818"/>
                  <a:pt x="539132" y="323479"/>
                  <a:pt x="574384" y="323479"/>
                </a:cubicBezTo>
                <a:cubicBezTo>
                  <a:pt x="607561" y="323479"/>
                  <a:pt x="630370" y="302743"/>
                  <a:pt x="630370" y="275788"/>
                </a:cubicBezTo>
                <a:cubicBezTo>
                  <a:pt x="630370" y="226022"/>
                  <a:pt x="561943" y="219800"/>
                  <a:pt x="510102" y="190770"/>
                </a:cubicBezTo>
                <a:cubicBezTo>
                  <a:pt x="478999" y="174181"/>
                  <a:pt x="456189" y="149298"/>
                  <a:pt x="456189" y="105754"/>
                </a:cubicBezTo>
                <a:cubicBezTo>
                  <a:pt x="456189" y="39399"/>
                  <a:pt x="518396" y="0"/>
                  <a:pt x="58060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BA31482-140C-4992-B979-2928AF3B6DA5}"/>
              </a:ext>
            </a:extLst>
          </p:cNvPr>
          <p:cNvSpPr/>
          <p:nvPr userDrawn="1"/>
        </p:nvSpPr>
        <p:spPr>
          <a:xfrm>
            <a:off x="6982925" y="1804834"/>
            <a:ext cx="1082633" cy="228054"/>
          </a:xfrm>
          <a:custGeom>
            <a:avLst/>
            <a:gdLst>
              <a:gd name="connsiteX0" fmla="*/ 1604955 w 1791578"/>
              <a:gd name="connsiteY0" fmla="*/ 116120 h 377392"/>
              <a:gd name="connsiteX1" fmla="*/ 1557261 w 1791578"/>
              <a:gd name="connsiteY1" fmla="*/ 228094 h 377392"/>
              <a:gd name="connsiteX2" fmla="*/ 1652646 w 1791578"/>
              <a:gd name="connsiteY2" fmla="*/ 228094 h 377392"/>
              <a:gd name="connsiteX3" fmla="*/ 912378 w 1791578"/>
              <a:gd name="connsiteY3" fmla="*/ 64282 h 377392"/>
              <a:gd name="connsiteX4" fmla="*/ 912378 w 1791578"/>
              <a:gd name="connsiteY4" fmla="*/ 313112 h 377392"/>
              <a:gd name="connsiteX5" fmla="*/ 966291 w 1791578"/>
              <a:gd name="connsiteY5" fmla="*/ 313112 h 377392"/>
              <a:gd name="connsiteX6" fmla="*/ 1063748 w 1791578"/>
              <a:gd name="connsiteY6" fmla="*/ 271640 h 377392"/>
              <a:gd name="connsiteX7" fmla="*/ 1090706 w 1791578"/>
              <a:gd name="connsiteY7" fmla="*/ 188697 h 377392"/>
              <a:gd name="connsiteX8" fmla="*/ 1063748 w 1791578"/>
              <a:gd name="connsiteY8" fmla="*/ 105754 h 377392"/>
              <a:gd name="connsiteX9" fmla="*/ 966291 w 1791578"/>
              <a:gd name="connsiteY9" fmla="*/ 64282 h 377392"/>
              <a:gd name="connsiteX10" fmla="*/ 1577997 w 1791578"/>
              <a:gd name="connsiteY10" fmla="*/ 0 h 377392"/>
              <a:gd name="connsiteX11" fmla="*/ 1629838 w 1791578"/>
              <a:gd name="connsiteY11" fmla="*/ 0 h 377392"/>
              <a:gd name="connsiteX12" fmla="*/ 1791578 w 1791578"/>
              <a:gd name="connsiteY12" fmla="*/ 377392 h 377392"/>
              <a:gd name="connsiteX13" fmla="*/ 1714854 w 1791578"/>
              <a:gd name="connsiteY13" fmla="*/ 377392 h 377392"/>
              <a:gd name="connsiteX14" fmla="*/ 1679604 w 1791578"/>
              <a:gd name="connsiteY14" fmla="*/ 294449 h 377392"/>
              <a:gd name="connsiteX15" fmla="*/ 1528231 w 1791578"/>
              <a:gd name="connsiteY15" fmla="*/ 294449 h 377392"/>
              <a:gd name="connsiteX16" fmla="*/ 1492981 w 1791578"/>
              <a:gd name="connsiteY16" fmla="*/ 377392 h 377392"/>
              <a:gd name="connsiteX17" fmla="*/ 1418332 w 1791578"/>
              <a:gd name="connsiteY17" fmla="*/ 377392 h 377392"/>
              <a:gd name="connsiteX18" fmla="*/ 1262812 w 1791578"/>
              <a:gd name="connsiteY18" fmla="*/ 0 h 377392"/>
              <a:gd name="connsiteX19" fmla="*/ 1335389 w 1791578"/>
              <a:gd name="connsiteY19" fmla="*/ 0 h 377392"/>
              <a:gd name="connsiteX20" fmla="*/ 1335389 w 1791578"/>
              <a:gd name="connsiteY20" fmla="*/ 377392 h 377392"/>
              <a:gd name="connsiteX21" fmla="*/ 1262812 w 1791578"/>
              <a:gd name="connsiteY21" fmla="*/ 377392 h 377392"/>
              <a:gd name="connsiteX22" fmla="*/ 839801 w 1791578"/>
              <a:gd name="connsiteY22" fmla="*/ 0 h 377392"/>
              <a:gd name="connsiteX23" fmla="*/ 957996 w 1791578"/>
              <a:gd name="connsiteY23" fmla="*/ 0 h 377392"/>
              <a:gd name="connsiteX24" fmla="*/ 1088631 w 1791578"/>
              <a:gd name="connsiteY24" fmla="*/ 35252 h 377392"/>
              <a:gd name="connsiteX25" fmla="*/ 1163280 w 1791578"/>
              <a:gd name="connsiteY25" fmla="*/ 188697 h 377392"/>
              <a:gd name="connsiteX26" fmla="*/ 1088631 w 1791578"/>
              <a:gd name="connsiteY26" fmla="*/ 342142 h 377392"/>
              <a:gd name="connsiteX27" fmla="*/ 957996 w 1791578"/>
              <a:gd name="connsiteY27" fmla="*/ 377392 h 377392"/>
              <a:gd name="connsiteX28" fmla="*/ 839801 w 1791578"/>
              <a:gd name="connsiteY28" fmla="*/ 377392 h 377392"/>
              <a:gd name="connsiteX29" fmla="*/ 503880 w 1791578"/>
              <a:gd name="connsiteY29" fmla="*/ 0 h 377392"/>
              <a:gd name="connsiteX30" fmla="*/ 729902 w 1791578"/>
              <a:gd name="connsiteY30" fmla="*/ 0 h 377392"/>
              <a:gd name="connsiteX31" fmla="*/ 729902 w 1791578"/>
              <a:gd name="connsiteY31" fmla="*/ 64282 h 377392"/>
              <a:gd name="connsiteX32" fmla="*/ 576457 w 1791578"/>
              <a:gd name="connsiteY32" fmla="*/ 64282 h 377392"/>
              <a:gd name="connsiteX33" fmla="*/ 576457 w 1791578"/>
              <a:gd name="connsiteY33" fmla="*/ 143078 h 377392"/>
              <a:gd name="connsiteX34" fmla="*/ 692578 w 1791578"/>
              <a:gd name="connsiteY34" fmla="*/ 143078 h 377392"/>
              <a:gd name="connsiteX35" fmla="*/ 692578 w 1791578"/>
              <a:gd name="connsiteY35" fmla="*/ 207358 h 377392"/>
              <a:gd name="connsiteX36" fmla="*/ 576457 w 1791578"/>
              <a:gd name="connsiteY36" fmla="*/ 207358 h 377392"/>
              <a:gd name="connsiteX37" fmla="*/ 576457 w 1791578"/>
              <a:gd name="connsiteY37" fmla="*/ 313112 h 377392"/>
              <a:gd name="connsiteX38" fmla="*/ 736122 w 1791578"/>
              <a:gd name="connsiteY38" fmla="*/ 313112 h 377392"/>
              <a:gd name="connsiteX39" fmla="*/ 736122 w 1791578"/>
              <a:gd name="connsiteY39" fmla="*/ 377392 h 377392"/>
              <a:gd name="connsiteX40" fmla="*/ 503880 w 1791578"/>
              <a:gd name="connsiteY40" fmla="*/ 377392 h 377392"/>
              <a:gd name="connsiteX41" fmla="*/ 0 w 1791578"/>
              <a:gd name="connsiteY41" fmla="*/ 0 h 377392"/>
              <a:gd name="connsiteX42" fmla="*/ 51839 w 1791578"/>
              <a:gd name="connsiteY42" fmla="*/ 0 h 377392"/>
              <a:gd name="connsiteX43" fmla="*/ 190770 w 1791578"/>
              <a:gd name="connsiteY43" fmla="*/ 226022 h 377392"/>
              <a:gd name="connsiteX44" fmla="*/ 327626 w 1791578"/>
              <a:gd name="connsiteY44" fmla="*/ 0 h 377392"/>
              <a:gd name="connsiteX45" fmla="*/ 379465 w 1791578"/>
              <a:gd name="connsiteY45" fmla="*/ 0 h 377392"/>
              <a:gd name="connsiteX46" fmla="*/ 379465 w 1791578"/>
              <a:gd name="connsiteY46" fmla="*/ 377392 h 377392"/>
              <a:gd name="connsiteX47" fmla="*/ 306891 w 1791578"/>
              <a:gd name="connsiteY47" fmla="*/ 377392 h 377392"/>
              <a:gd name="connsiteX48" fmla="*/ 306891 w 1791578"/>
              <a:gd name="connsiteY48" fmla="*/ 165887 h 377392"/>
              <a:gd name="connsiteX49" fmla="*/ 215653 w 1791578"/>
              <a:gd name="connsiteY49" fmla="*/ 315185 h 377392"/>
              <a:gd name="connsiteX50" fmla="*/ 163812 w 1791578"/>
              <a:gd name="connsiteY50" fmla="*/ 315185 h 377392"/>
              <a:gd name="connsiteX51" fmla="*/ 72574 w 1791578"/>
              <a:gd name="connsiteY51" fmla="*/ 165887 h 377392"/>
              <a:gd name="connsiteX52" fmla="*/ 72574 w 1791578"/>
              <a:gd name="connsiteY52" fmla="*/ 377392 h 377392"/>
              <a:gd name="connsiteX53" fmla="*/ 0 w 1791578"/>
              <a:gd name="connsiteY53" fmla="*/ 377392 h 37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791578" h="377392">
                <a:moveTo>
                  <a:pt x="1604955" y="116120"/>
                </a:moveTo>
                <a:lnTo>
                  <a:pt x="1557261" y="228094"/>
                </a:lnTo>
                <a:lnTo>
                  <a:pt x="1652646" y="228094"/>
                </a:lnTo>
                <a:close/>
                <a:moveTo>
                  <a:pt x="912378" y="64282"/>
                </a:moveTo>
                <a:lnTo>
                  <a:pt x="912378" y="313112"/>
                </a:lnTo>
                <a:lnTo>
                  <a:pt x="966291" y="313112"/>
                </a:lnTo>
                <a:cubicBezTo>
                  <a:pt x="1011907" y="313112"/>
                  <a:pt x="1043012" y="298596"/>
                  <a:pt x="1063748" y="271640"/>
                </a:cubicBezTo>
                <a:cubicBezTo>
                  <a:pt x="1080337" y="248830"/>
                  <a:pt x="1090706" y="219800"/>
                  <a:pt x="1090706" y="188697"/>
                </a:cubicBezTo>
                <a:cubicBezTo>
                  <a:pt x="1090706" y="157592"/>
                  <a:pt x="1080337" y="128562"/>
                  <a:pt x="1063748" y="105754"/>
                </a:cubicBezTo>
                <a:cubicBezTo>
                  <a:pt x="1040940" y="80871"/>
                  <a:pt x="1011907" y="64282"/>
                  <a:pt x="966291" y="64282"/>
                </a:cubicBezTo>
                <a:close/>
                <a:moveTo>
                  <a:pt x="1577997" y="0"/>
                </a:moveTo>
                <a:lnTo>
                  <a:pt x="1629838" y="0"/>
                </a:lnTo>
                <a:lnTo>
                  <a:pt x="1791578" y="377392"/>
                </a:lnTo>
                <a:lnTo>
                  <a:pt x="1714854" y="377392"/>
                </a:lnTo>
                <a:lnTo>
                  <a:pt x="1679604" y="294449"/>
                </a:lnTo>
                <a:lnTo>
                  <a:pt x="1528231" y="294449"/>
                </a:lnTo>
                <a:lnTo>
                  <a:pt x="1492981" y="377392"/>
                </a:lnTo>
                <a:lnTo>
                  <a:pt x="1418332" y="377392"/>
                </a:lnTo>
                <a:close/>
                <a:moveTo>
                  <a:pt x="1262812" y="0"/>
                </a:moveTo>
                <a:lnTo>
                  <a:pt x="1335389" y="0"/>
                </a:lnTo>
                <a:lnTo>
                  <a:pt x="1335389" y="377392"/>
                </a:lnTo>
                <a:lnTo>
                  <a:pt x="1262812" y="377392"/>
                </a:lnTo>
                <a:close/>
                <a:moveTo>
                  <a:pt x="839801" y="0"/>
                </a:moveTo>
                <a:lnTo>
                  <a:pt x="957996" y="0"/>
                </a:lnTo>
                <a:cubicBezTo>
                  <a:pt x="1018129" y="0"/>
                  <a:pt x="1057528" y="12441"/>
                  <a:pt x="1088631" y="35252"/>
                </a:cubicBezTo>
                <a:cubicBezTo>
                  <a:pt x="1134250" y="70502"/>
                  <a:pt x="1163280" y="126489"/>
                  <a:pt x="1163280" y="188697"/>
                </a:cubicBezTo>
                <a:cubicBezTo>
                  <a:pt x="1163280" y="250905"/>
                  <a:pt x="1134250" y="306890"/>
                  <a:pt x="1088631" y="342142"/>
                </a:cubicBezTo>
                <a:cubicBezTo>
                  <a:pt x="1057528" y="364951"/>
                  <a:pt x="1018129" y="377392"/>
                  <a:pt x="957996" y="377392"/>
                </a:cubicBezTo>
                <a:lnTo>
                  <a:pt x="839801" y="377392"/>
                </a:lnTo>
                <a:close/>
                <a:moveTo>
                  <a:pt x="503880" y="0"/>
                </a:moveTo>
                <a:lnTo>
                  <a:pt x="729902" y="0"/>
                </a:lnTo>
                <a:lnTo>
                  <a:pt x="729902" y="64282"/>
                </a:lnTo>
                <a:lnTo>
                  <a:pt x="576457" y="64282"/>
                </a:lnTo>
                <a:lnTo>
                  <a:pt x="576457" y="143078"/>
                </a:lnTo>
                <a:lnTo>
                  <a:pt x="692578" y="143078"/>
                </a:lnTo>
                <a:lnTo>
                  <a:pt x="692578" y="207358"/>
                </a:lnTo>
                <a:lnTo>
                  <a:pt x="576457" y="207358"/>
                </a:lnTo>
                <a:lnTo>
                  <a:pt x="576457" y="313112"/>
                </a:lnTo>
                <a:lnTo>
                  <a:pt x="736122" y="313112"/>
                </a:lnTo>
                <a:lnTo>
                  <a:pt x="736122" y="377392"/>
                </a:lnTo>
                <a:lnTo>
                  <a:pt x="503880" y="377392"/>
                </a:lnTo>
                <a:close/>
                <a:moveTo>
                  <a:pt x="0" y="0"/>
                </a:moveTo>
                <a:lnTo>
                  <a:pt x="51839" y="0"/>
                </a:lnTo>
                <a:lnTo>
                  <a:pt x="190770" y="226022"/>
                </a:lnTo>
                <a:lnTo>
                  <a:pt x="327626" y="0"/>
                </a:lnTo>
                <a:lnTo>
                  <a:pt x="379465" y="0"/>
                </a:lnTo>
                <a:lnTo>
                  <a:pt x="379465" y="377392"/>
                </a:lnTo>
                <a:lnTo>
                  <a:pt x="306891" y="377392"/>
                </a:lnTo>
                <a:lnTo>
                  <a:pt x="306891" y="165887"/>
                </a:lnTo>
                <a:lnTo>
                  <a:pt x="215653" y="315185"/>
                </a:lnTo>
                <a:lnTo>
                  <a:pt x="163812" y="315185"/>
                </a:lnTo>
                <a:lnTo>
                  <a:pt x="72574" y="165887"/>
                </a:lnTo>
                <a:lnTo>
                  <a:pt x="72574" y="377392"/>
                </a:lnTo>
                <a:lnTo>
                  <a:pt x="0" y="3773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E2A1E5-1549-6E6A-7578-FCB5C9D29921}"/>
              </a:ext>
            </a:extLst>
          </p:cNvPr>
          <p:cNvSpPr/>
          <p:nvPr userDrawn="1"/>
        </p:nvSpPr>
        <p:spPr>
          <a:xfrm>
            <a:off x="4694862" y="2173357"/>
            <a:ext cx="2401677" cy="2457048"/>
          </a:xfrm>
          <a:prstGeom prst="rect">
            <a:avLst/>
          </a:prstGeom>
          <a:solidFill>
            <a:srgbClr val="0B1D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722D5-087D-1D6C-2007-4B4500076A68}"/>
              </a:ext>
            </a:extLst>
          </p:cNvPr>
          <p:cNvSpPr/>
          <p:nvPr userDrawn="1"/>
        </p:nvSpPr>
        <p:spPr>
          <a:xfrm>
            <a:off x="6957391" y="1042298"/>
            <a:ext cx="3507140" cy="726398"/>
          </a:xfrm>
          <a:prstGeom prst="rect">
            <a:avLst/>
          </a:prstGeom>
          <a:solidFill>
            <a:srgbClr val="0B1D1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01A9B-BAF2-6589-978D-1E3417C3C14E}"/>
              </a:ext>
            </a:extLst>
          </p:cNvPr>
          <p:cNvSpPr txBox="1"/>
          <p:nvPr userDrawn="1"/>
        </p:nvSpPr>
        <p:spPr>
          <a:xfrm>
            <a:off x="3144678" y="2749693"/>
            <a:ext cx="5902644" cy="190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  <a:t>Built for </a:t>
            </a:r>
            <a:br>
              <a:rPr kumimoji="0" lang="en-AU" sz="720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 Medium" pitchFamily="2" charset="77"/>
                <a:ea typeface="Rethink Sans"/>
                <a:sym typeface="Rethink Sans"/>
              </a:rPr>
            </a:br>
            <a:r>
              <a:rPr lang="en-AU" sz="7200" kern="0" dirty="0">
                <a:gradFill flip="none" rotWithShape="1">
                  <a:gsLst>
                    <a:gs pos="0">
                      <a:srgbClr val="B5D337"/>
                    </a:gs>
                    <a:gs pos="77000">
                      <a:srgbClr val="338FCA"/>
                    </a:gs>
                    <a:gs pos="52000">
                      <a:srgbClr val="33BFC3"/>
                    </a:gs>
                    <a:gs pos="100000">
                      <a:srgbClr val="9117B6"/>
                    </a:gs>
                  </a:gsLst>
                  <a:lin ang="3000000" scaled="0"/>
                  <a:tileRect/>
                </a:gradFill>
                <a:latin typeface="Rethink Sans SemiBold" pitchFamily="2" charset="77"/>
                <a:ea typeface="Rethink Sans"/>
                <a:sym typeface="Rethink Sans"/>
              </a:rPr>
              <a:t>your success.</a:t>
            </a:r>
          </a:p>
        </p:txBody>
      </p:sp>
      <p:sp>
        <p:nvSpPr>
          <p:cNvPr id="13" name="We build complete data led media solutions">
            <a:extLst>
              <a:ext uri="{FF2B5EF4-FFF2-40B4-BE49-F238E27FC236}">
                <a16:creationId xmlns:a16="http://schemas.microsoft.com/office/drawing/2014/main" id="{C9D257C7-2C6D-BC73-3379-47844DC7CB66}"/>
              </a:ext>
            </a:extLst>
          </p:cNvPr>
          <p:cNvSpPr txBox="1">
            <a:spLocks/>
          </p:cNvSpPr>
          <p:nvPr userDrawn="1"/>
        </p:nvSpPr>
        <p:spPr>
          <a:xfrm>
            <a:off x="2623878" y="5258510"/>
            <a:ext cx="6944243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 marL="0" marR="0" indent="0" algn="l" defTabSz="243833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0" b="0" i="0" u="none" strike="noStrike" cap="none" spc="0" baseline="0">
                <a:solidFill>
                  <a:srgbClr val="FFFFFF"/>
                </a:solidFill>
                <a:uFillTx/>
                <a:latin typeface="Inter Regular"/>
                <a:ea typeface="Inter Regular"/>
                <a:cs typeface="Inter Regular"/>
                <a:sym typeface="Inter Regular"/>
              </a:defRPr>
            </a:lvl1pPr>
            <a:lvl2pPr marL="8763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2pPr>
            <a:lvl3pPr marL="14859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3pPr>
            <a:lvl4pPr marL="20955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4pPr>
            <a:lvl5pPr marL="27051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5pPr>
            <a:lvl6pPr marL="33147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6pPr>
            <a:lvl7pPr marL="39243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7pPr>
            <a:lvl8pPr marL="45339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8pPr>
            <a:lvl9pPr marL="5143500" marR="0" indent="-266700" algn="l" defTabSz="4572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0" b="0" i="0" u="none" strike="noStrike" cap="none" spc="0" baseline="0">
                <a:solidFill>
                  <a:srgbClr val="272727">
                    <a:alpha val="85000"/>
                  </a:srgbClr>
                </a:solidFill>
                <a:uFillTx/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>
            <a:pPr marL="0" marR="0" lvl="0" indent="0" algn="ctr" defTabSz="1219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Inter Regular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9164649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69094"/>
            <a:ext cx="3133725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Intro</a:t>
            </a:r>
            <a:br>
              <a:rPr lang="en-US"/>
            </a:br>
            <a:r>
              <a:rPr lang="en-US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680ABA-49BD-50B2-0990-E3B74AFC66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46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922D128A-6708-BEEE-16A1-3CE850A059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0" y="369094"/>
            <a:ext cx="2543175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Intro</a:t>
            </a:r>
            <a:br>
              <a:rPr lang="en-US" dirty="0"/>
            </a:br>
            <a:r>
              <a:rPr lang="en-US" dirty="0"/>
              <a:t>Subtitle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E34A9C1-1D94-2829-9D20-8CE2EF675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1072BEE-16D9-2F16-CF07-B82BB0241E4C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914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et Ecosystem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FB025D-E573-CF6F-44D4-08027146DA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1211" y="1639457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69094"/>
            <a:ext cx="7172331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Intro</a:t>
            </a:r>
            <a:br>
              <a:rPr lang="en-US"/>
            </a:br>
            <a:r>
              <a:rPr lang="en-US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680ABA-49BD-50B2-0990-E3B74AFC66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8C975-3E6A-D305-FF83-66747E2B4EF7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5410640" y="3116236"/>
            <a:ext cx="1370720" cy="1370721"/>
          </a:xfrm>
          <a:prstGeom prst="ellipse">
            <a:avLst/>
          </a:prstGeom>
          <a:ln>
            <a:solidFill>
              <a:schemeClr val="accent2"/>
            </a:solidFill>
          </a:ln>
        </p:spPr>
        <p:txBody>
          <a:bodyPr/>
          <a:lstStyle/>
          <a:p>
            <a:endParaRPr lang="en-AU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E240DB5-B9EA-56CB-EC61-4A5017484B8B}"/>
              </a:ext>
            </a:extLst>
          </p:cNvPr>
          <p:cNvCxnSpPr>
            <a:cxnSpLocks/>
          </p:cNvCxnSpPr>
          <p:nvPr userDrawn="1"/>
        </p:nvCxnSpPr>
        <p:spPr>
          <a:xfrm rot="5400000" flipH="1" flipV="1">
            <a:off x="5884953" y="-1364578"/>
            <a:ext cx="12700" cy="6491062"/>
          </a:xfrm>
          <a:prstGeom prst="curvedConnector3">
            <a:avLst>
              <a:gd name="adj1" fmla="val 5023882"/>
            </a:avLst>
          </a:prstGeom>
          <a:ln w="28575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51207129-3C7B-2A25-4020-096A5912FB7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84953" y="2633995"/>
            <a:ext cx="12700" cy="6491062"/>
          </a:xfrm>
          <a:prstGeom prst="curvedConnector3">
            <a:avLst>
              <a:gd name="adj1" fmla="val 4271638"/>
            </a:avLst>
          </a:prstGeom>
          <a:ln w="28575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60D1D3-06EC-EBB1-35D2-38778D4459C8}"/>
              </a:ext>
            </a:extLst>
          </p:cNvPr>
          <p:cNvCxnSpPr>
            <a:cxnSpLocks/>
          </p:cNvCxnSpPr>
          <p:nvPr userDrawn="1"/>
        </p:nvCxnSpPr>
        <p:spPr>
          <a:xfrm>
            <a:off x="4820854" y="3794926"/>
            <a:ext cx="50496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7E8641-A85C-03B5-6A08-7C8DBF4A514E}"/>
              </a:ext>
            </a:extLst>
          </p:cNvPr>
          <p:cNvCxnSpPr>
            <a:cxnSpLocks/>
          </p:cNvCxnSpPr>
          <p:nvPr userDrawn="1"/>
        </p:nvCxnSpPr>
        <p:spPr>
          <a:xfrm flipH="1">
            <a:off x="6841717" y="3794926"/>
            <a:ext cx="504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4D94FFC6-0C8C-6202-DBDA-E0D598BAD4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6090" y="2370901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E9F5B6D4-00AF-C9AD-2B2F-88820651C2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5252" y="3325813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2EFB0493-701D-632C-4437-E162B20429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6090" y="4280725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60AE42EE-CCAF-2C19-CDC5-F2BA27A96C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41211" y="4982688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CDEA34B7-86CC-1790-2215-E3EA16B4269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74917" y="1639457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84EED599-5A97-3234-9E9A-676887895B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68313" y="1639457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1EEB43CC-0206-801C-256C-C4BA6A19C4A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031752" y="3319703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3" name="Text Placeholder 12">
            <a:extLst>
              <a:ext uri="{FF2B5EF4-FFF2-40B4-BE49-F238E27FC236}">
                <a16:creationId xmlns:a16="http://schemas.microsoft.com/office/drawing/2014/main" id="{1D49EB56-D235-3C02-7081-184D563749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175129" y="1639457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DA6B1733-9F59-7128-1896-12CE3D60E9F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834458" y="2370901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282B31B1-38F9-086B-68B5-751693380E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34458" y="4280725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7823E3C3-2B67-E002-C94C-8E289851DA4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75129" y="4982688"/>
            <a:ext cx="927100" cy="927100"/>
          </a:xfrm>
          <a:prstGeom prst="ellipse">
            <a:avLst/>
          </a:prstGeom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5E032-A1C9-3252-4EEA-66C9FEA44436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1009997" y="2007130"/>
            <a:ext cx="3613692" cy="361369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algn="ctr"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Create Demand</a:t>
            </a:r>
            <a:endParaRPr lang="en-AU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2B7A79-F172-3D9E-6801-E2D78575265D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572785" y="1976407"/>
            <a:ext cx="3613692" cy="361369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algn="ctr"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Capture Demand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4588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et Ecosystem - Rainbow">
    <p:bg>
      <p:bgPr>
        <a:gradFill>
          <a:gsLst>
            <a:gs pos="0">
              <a:srgbClr val="B5D337"/>
            </a:gs>
            <a:gs pos="52000">
              <a:srgbClr val="33BFC3"/>
            </a:gs>
            <a:gs pos="77000">
              <a:schemeClr val="accent5"/>
            </a:gs>
            <a:gs pos="100000">
              <a:schemeClr val="accent6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FB025D-E573-CF6F-44D4-08027146DA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1211" y="1639457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69094"/>
            <a:ext cx="7172331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Intro</a:t>
            </a:r>
            <a:br>
              <a:rPr lang="en-US"/>
            </a:br>
            <a:r>
              <a:rPr lang="en-US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680ABA-49BD-50B2-0990-E3B74AFC66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8C975-3E6A-D305-FF83-66747E2B4EF7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5410640" y="3116236"/>
            <a:ext cx="1370720" cy="1370721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/>
          <a:lstStyle/>
          <a:p>
            <a:endParaRPr lang="en-AU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E240DB5-B9EA-56CB-EC61-4A5017484B8B}"/>
              </a:ext>
            </a:extLst>
          </p:cNvPr>
          <p:cNvCxnSpPr>
            <a:cxnSpLocks/>
          </p:cNvCxnSpPr>
          <p:nvPr userDrawn="1"/>
        </p:nvCxnSpPr>
        <p:spPr>
          <a:xfrm rot="5400000" flipH="1" flipV="1">
            <a:off x="5884953" y="-1364578"/>
            <a:ext cx="12700" cy="6491062"/>
          </a:xfrm>
          <a:prstGeom prst="curvedConnector3">
            <a:avLst>
              <a:gd name="adj1" fmla="val 5023882"/>
            </a:avLst>
          </a:prstGeom>
          <a:ln w="28575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51207129-3C7B-2A25-4020-096A5912FB7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884953" y="2633995"/>
            <a:ext cx="12700" cy="6491062"/>
          </a:xfrm>
          <a:prstGeom prst="curvedConnector3">
            <a:avLst>
              <a:gd name="adj1" fmla="val 4271638"/>
            </a:avLst>
          </a:prstGeom>
          <a:ln w="28575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60D1D3-06EC-EBB1-35D2-38778D4459C8}"/>
              </a:ext>
            </a:extLst>
          </p:cNvPr>
          <p:cNvCxnSpPr>
            <a:cxnSpLocks/>
          </p:cNvCxnSpPr>
          <p:nvPr userDrawn="1"/>
        </p:nvCxnSpPr>
        <p:spPr>
          <a:xfrm>
            <a:off x="4820854" y="3794926"/>
            <a:ext cx="50496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7E8641-A85C-03B5-6A08-7C8DBF4A514E}"/>
              </a:ext>
            </a:extLst>
          </p:cNvPr>
          <p:cNvCxnSpPr>
            <a:cxnSpLocks/>
          </p:cNvCxnSpPr>
          <p:nvPr userDrawn="1"/>
        </p:nvCxnSpPr>
        <p:spPr>
          <a:xfrm flipH="1">
            <a:off x="6841717" y="3794926"/>
            <a:ext cx="504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4D94FFC6-0C8C-6202-DBDA-E0D598BAD4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6090" y="2370901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E9F5B6D4-00AF-C9AD-2B2F-88820651C2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5252" y="3325813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2EFB0493-701D-632C-4437-E162B20429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6090" y="4280725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60AE42EE-CCAF-2C19-CDC5-F2BA27A96C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41211" y="4982688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CDEA34B7-86CC-1790-2215-E3EA16B4269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74917" y="1639457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84EED599-5A97-3234-9E9A-676887895B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68313" y="1639457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1EEB43CC-0206-801C-256C-C4BA6A19C4A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031752" y="3319703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3" name="Text Placeholder 12">
            <a:extLst>
              <a:ext uri="{FF2B5EF4-FFF2-40B4-BE49-F238E27FC236}">
                <a16:creationId xmlns:a16="http://schemas.microsoft.com/office/drawing/2014/main" id="{1D49EB56-D235-3C02-7081-184D563749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175129" y="1639457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DA6B1733-9F59-7128-1896-12CE3D60E9F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834458" y="2370901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282B31B1-38F9-086B-68B5-751693380E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34458" y="4280725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7823E3C3-2B67-E002-C94C-8E289851DA4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75129" y="4982688"/>
            <a:ext cx="927100" cy="9271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Autofit/>
          </a:bodyPr>
          <a:lstStyle>
            <a:lvl1pPr algn="ctr">
              <a:defRPr sz="9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Media Channel</a:t>
            </a:r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5E032-A1C9-3252-4EEA-66C9FEA44436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1009997" y="2007130"/>
            <a:ext cx="3613692" cy="361369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algn="ctr"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Create Demand</a:t>
            </a:r>
            <a:endParaRPr lang="en-AU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2B7A79-F172-3D9E-6801-E2D78575265D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7572785" y="1976407"/>
            <a:ext cx="3613692" cy="361369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algn="ctr"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Capture Demand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106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A168B7-6079-C762-B8C5-520364E5C952}"/>
              </a:ext>
            </a:extLst>
          </p:cNvPr>
          <p:cNvSpPr/>
          <p:nvPr userDrawn="1"/>
        </p:nvSpPr>
        <p:spPr>
          <a:xfrm>
            <a:off x="-2877476" y="-831222"/>
            <a:ext cx="8520443" cy="8520443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81126"/>
            <a:ext cx="4428772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Implementation </a:t>
            </a:r>
          </a:p>
          <a:p>
            <a:pPr lvl="0"/>
            <a:r>
              <a:rPr lang="en-US" dirty="0"/>
              <a:t>Slides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9343BCC2-6C9B-8F77-18AA-8014EF32C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826" y="1487731"/>
            <a:ext cx="4949603" cy="4605218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marL="0" defTabSz="1219169" hangingPunct="0">
              <a:buSzTx/>
              <a:defRPr/>
            </a:pPr>
            <a:r>
              <a:rPr lang="en-US" dirty="0"/>
              <a:t>Tactic: Use highly engaging and interactive formats to capture users engaging with luxury content on YouTube.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Content: We would recommend using Channel Factory to ensure brand safety and to create bespoke channel lists to target premium content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Timing: Always On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Targeting: Status Connoisseurs and Classic Connoisseurs 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Format: 15 second TrueView and 6 second bumpers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Budget: $34,402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Impressions: 2,293,667</a:t>
            </a:r>
          </a:p>
          <a:p>
            <a:pPr marL="0" defTabSz="1219169" hangingPunct="0">
              <a:buSzTx/>
              <a:defRPr/>
            </a:pPr>
            <a:r>
              <a:rPr lang="en-US" dirty="0"/>
              <a:t>Expected CPM: $15</a:t>
            </a:r>
          </a:p>
          <a:p>
            <a:endParaRPr lang="en-US" dirty="0"/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B3940544-2A00-8A1F-45A9-DC7576AF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97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7A168B7-6079-C762-B8C5-520364E5C952}"/>
              </a:ext>
            </a:extLst>
          </p:cNvPr>
          <p:cNvSpPr/>
          <p:nvPr userDrawn="1"/>
        </p:nvSpPr>
        <p:spPr>
          <a:xfrm>
            <a:off x="-2877476" y="-831222"/>
            <a:ext cx="8520443" cy="8520443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81126"/>
            <a:ext cx="4428772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Implementation </a:t>
            </a:r>
          </a:p>
          <a:p>
            <a:pPr lvl="0"/>
            <a:r>
              <a:rPr lang="en-US" dirty="0"/>
              <a:t>Slides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9343BCC2-6C9B-8F77-18AA-8014EF32C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826" y="1487731"/>
            <a:ext cx="4949603" cy="4605218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marL="0" defTabSz="1219169" hangingPunct="0">
              <a:buSzTx/>
              <a:defRPr/>
            </a:pPr>
            <a:r>
              <a:rPr lang="en-US" dirty="0"/>
              <a:t>Tactic: Use highly engaging and interactive formats to capture users engaging with luxury content on YouTube.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Content: We would recommend using Channel Factory to ensure brand safety and to create bespoke channel lists to target premium content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Timing: Always On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Targeting: Status Connoisseurs and Classic Connoisseurs 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Format: 15 second TrueView and 6 second bumpers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Budget: $34,402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Impressions: 2,293,667</a:t>
            </a:r>
          </a:p>
          <a:p>
            <a:pPr marL="0" defTabSz="1219169" hangingPunct="0">
              <a:buSzTx/>
              <a:defRPr/>
            </a:pPr>
            <a:r>
              <a:rPr lang="en-US" dirty="0"/>
              <a:t>Expected CPM: $15</a:t>
            </a:r>
          </a:p>
          <a:p>
            <a:endParaRPr lang="en-US" dirty="0"/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B3940544-2A00-8A1F-45A9-DC7576AF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DAE77DD-CE13-4A29-7C9A-79EF53CED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81126"/>
            <a:ext cx="4428772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solidFill>
                  <a:schemeClr val="tx1"/>
                </a:solidFill>
                <a:latin typeface="+mj-lt"/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 dirty="0"/>
              <a:t>Implementation </a:t>
            </a:r>
          </a:p>
          <a:p>
            <a:pPr lvl="0"/>
            <a:r>
              <a:rPr lang="en-US" dirty="0"/>
              <a:t>Slides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9343BCC2-6C9B-8F77-18AA-8014EF32C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827" y="1487731"/>
            <a:ext cx="4853352" cy="4605218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marL="0" defTabSz="1219169" hangingPunct="0">
              <a:buSzTx/>
              <a:defRPr/>
            </a:pPr>
            <a:r>
              <a:rPr lang="en-US" dirty="0"/>
              <a:t>Tactic: Use highly engaging and interactive formats to capture users engaging with luxury content on YouTube.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Content: We would recommend using Channel Factory to ensure brand safety and to create bespoke channel lists to target premium content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Timing: Always On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Targeting: Status Connoisseurs and Classic Connoisseurs  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Format: 15 second TrueView and 6 second bumpers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Budget: $34,402</a:t>
            </a:r>
          </a:p>
          <a:p>
            <a:pPr marL="0" defTabSz="1219169" hangingPunct="0">
              <a:buSzTx/>
              <a:defRPr/>
            </a:pPr>
            <a:endParaRPr lang="en-US" dirty="0"/>
          </a:p>
          <a:p>
            <a:pPr marL="0" defTabSz="1219169" hangingPunct="0">
              <a:buSzTx/>
              <a:defRPr/>
            </a:pPr>
            <a:r>
              <a:rPr lang="en-US" dirty="0"/>
              <a:t>Impressions: 2,293,667</a:t>
            </a:r>
          </a:p>
          <a:p>
            <a:pPr marL="0" defTabSz="1219169" hangingPunct="0">
              <a:buSzTx/>
              <a:defRPr/>
            </a:pPr>
            <a:r>
              <a:rPr lang="en-US" dirty="0"/>
              <a:t>Expected CPM: $15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01EE20-DBE7-5A85-D5A9-5DFF8D0CF07B}"/>
              </a:ext>
            </a:extLst>
          </p:cNvPr>
          <p:cNvCxnSpPr>
            <a:cxnSpLocks/>
          </p:cNvCxnSpPr>
          <p:nvPr userDrawn="1"/>
        </p:nvCxnSpPr>
        <p:spPr>
          <a:xfrm>
            <a:off x="5426243" y="697831"/>
            <a:ext cx="0" cy="55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1E36468-E61F-4411-099F-A2853737E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2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eand Flow Pla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A7534C-27D2-9B3C-601A-1973001AFCE3}"/>
              </a:ext>
            </a:extLst>
          </p:cNvPr>
          <p:cNvSpPr/>
          <p:nvPr userDrawn="1"/>
        </p:nvSpPr>
        <p:spPr>
          <a:xfrm>
            <a:off x="0" y="-1"/>
            <a:ext cx="12192000" cy="3437067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E57D4-C9F4-88B6-73D4-932B35329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2" y="892138"/>
            <a:ext cx="2534131" cy="2534132"/>
          </a:xfrm>
          <a:custGeom>
            <a:avLst/>
            <a:gdLst>
              <a:gd name="connsiteX0" fmla="*/ 0 w 2534131"/>
              <a:gd name="connsiteY0" fmla="*/ 0 h 2534132"/>
              <a:gd name="connsiteX1" fmla="*/ 2534131 w 2534131"/>
              <a:gd name="connsiteY1" fmla="*/ 2534131 h 2534132"/>
              <a:gd name="connsiteX2" fmla="*/ 2534131 w 2534131"/>
              <a:gd name="connsiteY2" fmla="*/ 2534132 h 2534132"/>
              <a:gd name="connsiteX3" fmla="*/ 1267067 w 2534131"/>
              <a:gd name="connsiteY3" fmla="*/ 2534132 h 2534132"/>
              <a:gd name="connsiteX4" fmla="*/ 1267067 w 2534131"/>
              <a:gd name="connsiteY4" fmla="*/ 2534131 h 2534132"/>
              <a:gd name="connsiteX5" fmla="*/ 1 w 2534131"/>
              <a:gd name="connsiteY5" fmla="*/ 1267065 h 2534132"/>
              <a:gd name="connsiteX6" fmla="*/ 0 w 2534131"/>
              <a:gd name="connsiteY6" fmla="*/ 1267065 h 253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4131" h="2534132">
                <a:moveTo>
                  <a:pt x="0" y="0"/>
                </a:moveTo>
                <a:cubicBezTo>
                  <a:pt x="1399562" y="0"/>
                  <a:pt x="2534131" y="1134569"/>
                  <a:pt x="2534131" y="2534131"/>
                </a:cubicBezTo>
                <a:lnTo>
                  <a:pt x="2534131" y="2534132"/>
                </a:lnTo>
                <a:lnTo>
                  <a:pt x="1267067" y="2534132"/>
                </a:lnTo>
                <a:lnTo>
                  <a:pt x="1267067" y="2534131"/>
                </a:lnTo>
                <a:cubicBezTo>
                  <a:pt x="1267067" y="1834350"/>
                  <a:pt x="699782" y="1267065"/>
                  <a:pt x="1" y="1267065"/>
                </a:cubicBezTo>
                <a:lnTo>
                  <a:pt x="0" y="1267065"/>
                </a:lnTo>
                <a:close/>
              </a:path>
            </a:pathLst>
          </a:custGeom>
        </p:spPr>
      </p:pic>
      <p:sp>
        <p:nvSpPr>
          <p:cNvPr id="16" name="Freeform 33">
            <a:extLst>
              <a:ext uri="{FF2B5EF4-FFF2-40B4-BE49-F238E27FC236}">
                <a16:creationId xmlns:a16="http://schemas.microsoft.com/office/drawing/2014/main" id="{428EDA97-D167-8B0E-7A0D-2416CDF0FBD9}"/>
              </a:ext>
            </a:extLst>
          </p:cNvPr>
          <p:cNvSpPr/>
          <p:nvPr userDrawn="1"/>
        </p:nvSpPr>
        <p:spPr>
          <a:xfrm>
            <a:off x="6096002" y="3426270"/>
            <a:ext cx="2534131" cy="2534130"/>
          </a:xfrm>
          <a:custGeom>
            <a:avLst/>
            <a:gdLst>
              <a:gd name="connsiteX0" fmla="*/ 1267067 w 2534131"/>
              <a:gd name="connsiteY0" fmla="*/ 0 h 2534130"/>
              <a:gd name="connsiteX1" fmla="*/ 2534131 w 2534131"/>
              <a:gd name="connsiteY1" fmla="*/ 0 h 2534130"/>
              <a:gd name="connsiteX2" fmla="*/ 2533993 w 2534131"/>
              <a:gd name="connsiteY2" fmla="*/ 2730 h 2534130"/>
              <a:gd name="connsiteX3" fmla="*/ 2533994 w 2534131"/>
              <a:gd name="connsiteY3" fmla="*/ 2730 h 2534130"/>
              <a:gd name="connsiteX4" fmla="*/ 2533693 w 2534131"/>
              <a:gd name="connsiteY4" fmla="*/ 8700 h 2534130"/>
              <a:gd name="connsiteX5" fmla="*/ 2533692 w 2534131"/>
              <a:gd name="connsiteY5" fmla="*/ 8700 h 2534130"/>
              <a:gd name="connsiteX6" fmla="*/ 2521048 w 2534131"/>
              <a:gd name="connsiteY6" fmla="*/ 259099 h 2534130"/>
              <a:gd name="connsiteX7" fmla="*/ 0 w 2534131"/>
              <a:gd name="connsiteY7" fmla="*/ 2534130 h 2534130"/>
              <a:gd name="connsiteX8" fmla="*/ 0 w 2534131"/>
              <a:gd name="connsiteY8" fmla="*/ 1267065 h 2534130"/>
              <a:gd name="connsiteX9" fmla="*/ 1 w 2534131"/>
              <a:gd name="connsiteY9" fmla="*/ 1267065 h 2534130"/>
              <a:gd name="connsiteX10" fmla="*/ 1260525 w 2534131"/>
              <a:gd name="connsiteY10" fmla="*/ 129549 h 2534130"/>
              <a:gd name="connsiteX11" fmla="*/ 1266628 w 2534131"/>
              <a:gd name="connsiteY11" fmla="*/ 8700 h 2534130"/>
              <a:gd name="connsiteX12" fmla="*/ 1266629 w 2534131"/>
              <a:gd name="connsiteY12" fmla="*/ 8700 h 2534130"/>
              <a:gd name="connsiteX13" fmla="*/ 1266930 w 2534131"/>
              <a:gd name="connsiteY13" fmla="*/ 2730 h 2534130"/>
              <a:gd name="connsiteX14" fmla="*/ 1266929 w 2534131"/>
              <a:gd name="connsiteY14" fmla="*/ 2730 h 2534130"/>
              <a:gd name="connsiteX15" fmla="*/ 1267067 w 2534131"/>
              <a:gd name="connsiteY15" fmla="*/ 0 h 253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4131" h="2534130">
                <a:moveTo>
                  <a:pt x="1267067" y="0"/>
                </a:moveTo>
                <a:lnTo>
                  <a:pt x="2534131" y="0"/>
                </a:lnTo>
                <a:lnTo>
                  <a:pt x="2533993" y="2730"/>
                </a:lnTo>
                <a:lnTo>
                  <a:pt x="2533994" y="2730"/>
                </a:lnTo>
                <a:lnTo>
                  <a:pt x="2533693" y="8700"/>
                </a:lnTo>
                <a:lnTo>
                  <a:pt x="2533692" y="8700"/>
                </a:lnTo>
                <a:lnTo>
                  <a:pt x="2521048" y="259099"/>
                </a:lnTo>
                <a:cubicBezTo>
                  <a:pt x="2391275" y="1536950"/>
                  <a:pt x="1312090" y="2534130"/>
                  <a:pt x="0" y="2534130"/>
                </a:cubicBezTo>
                <a:lnTo>
                  <a:pt x="0" y="1267065"/>
                </a:lnTo>
                <a:lnTo>
                  <a:pt x="1" y="1267065"/>
                </a:lnTo>
                <a:cubicBezTo>
                  <a:pt x="656046" y="1267065"/>
                  <a:pt x="1195639" y="768475"/>
                  <a:pt x="1260525" y="129549"/>
                </a:cubicBezTo>
                <a:lnTo>
                  <a:pt x="1266628" y="8700"/>
                </a:lnTo>
                <a:lnTo>
                  <a:pt x="1266629" y="8700"/>
                </a:lnTo>
                <a:lnTo>
                  <a:pt x="1266930" y="2730"/>
                </a:lnTo>
                <a:lnTo>
                  <a:pt x="1266929" y="2730"/>
                </a:lnTo>
                <a:lnTo>
                  <a:pt x="1267067" y="0"/>
                </a:lnTo>
                <a:close/>
              </a:path>
            </a:pathLst>
          </a:custGeom>
          <a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7" name="Freeform 35">
            <a:extLst>
              <a:ext uri="{FF2B5EF4-FFF2-40B4-BE49-F238E27FC236}">
                <a16:creationId xmlns:a16="http://schemas.microsoft.com/office/drawing/2014/main" id="{339F7142-A16A-A765-1381-16CE661DDEF8}"/>
              </a:ext>
            </a:extLst>
          </p:cNvPr>
          <p:cNvSpPr/>
          <p:nvPr userDrawn="1"/>
        </p:nvSpPr>
        <p:spPr>
          <a:xfrm flipH="1">
            <a:off x="3561294" y="3426270"/>
            <a:ext cx="2534131" cy="2534130"/>
          </a:xfrm>
          <a:custGeom>
            <a:avLst/>
            <a:gdLst>
              <a:gd name="connsiteX0" fmla="*/ 1267067 w 2534131"/>
              <a:gd name="connsiteY0" fmla="*/ 0 h 2534130"/>
              <a:gd name="connsiteX1" fmla="*/ 2534131 w 2534131"/>
              <a:gd name="connsiteY1" fmla="*/ 0 h 2534130"/>
              <a:gd name="connsiteX2" fmla="*/ 2533993 w 2534131"/>
              <a:gd name="connsiteY2" fmla="*/ 2730 h 2534130"/>
              <a:gd name="connsiteX3" fmla="*/ 2533994 w 2534131"/>
              <a:gd name="connsiteY3" fmla="*/ 2730 h 2534130"/>
              <a:gd name="connsiteX4" fmla="*/ 2533693 w 2534131"/>
              <a:gd name="connsiteY4" fmla="*/ 8700 h 2534130"/>
              <a:gd name="connsiteX5" fmla="*/ 2533692 w 2534131"/>
              <a:gd name="connsiteY5" fmla="*/ 8700 h 2534130"/>
              <a:gd name="connsiteX6" fmla="*/ 2521048 w 2534131"/>
              <a:gd name="connsiteY6" fmla="*/ 259099 h 2534130"/>
              <a:gd name="connsiteX7" fmla="*/ 0 w 2534131"/>
              <a:gd name="connsiteY7" fmla="*/ 2534130 h 2534130"/>
              <a:gd name="connsiteX8" fmla="*/ 0 w 2534131"/>
              <a:gd name="connsiteY8" fmla="*/ 1267065 h 2534130"/>
              <a:gd name="connsiteX9" fmla="*/ 1 w 2534131"/>
              <a:gd name="connsiteY9" fmla="*/ 1267065 h 2534130"/>
              <a:gd name="connsiteX10" fmla="*/ 1260525 w 2534131"/>
              <a:gd name="connsiteY10" fmla="*/ 129549 h 2534130"/>
              <a:gd name="connsiteX11" fmla="*/ 1266628 w 2534131"/>
              <a:gd name="connsiteY11" fmla="*/ 8700 h 2534130"/>
              <a:gd name="connsiteX12" fmla="*/ 1266629 w 2534131"/>
              <a:gd name="connsiteY12" fmla="*/ 8700 h 2534130"/>
              <a:gd name="connsiteX13" fmla="*/ 1266930 w 2534131"/>
              <a:gd name="connsiteY13" fmla="*/ 2730 h 2534130"/>
              <a:gd name="connsiteX14" fmla="*/ 1266929 w 2534131"/>
              <a:gd name="connsiteY14" fmla="*/ 2730 h 2534130"/>
              <a:gd name="connsiteX15" fmla="*/ 1267067 w 2534131"/>
              <a:gd name="connsiteY15" fmla="*/ 0 h 253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4131" h="2534130">
                <a:moveTo>
                  <a:pt x="1267067" y="0"/>
                </a:moveTo>
                <a:lnTo>
                  <a:pt x="2534131" y="0"/>
                </a:lnTo>
                <a:lnTo>
                  <a:pt x="2533993" y="2730"/>
                </a:lnTo>
                <a:lnTo>
                  <a:pt x="2533994" y="2730"/>
                </a:lnTo>
                <a:lnTo>
                  <a:pt x="2533693" y="8700"/>
                </a:lnTo>
                <a:lnTo>
                  <a:pt x="2533692" y="8700"/>
                </a:lnTo>
                <a:lnTo>
                  <a:pt x="2521048" y="259099"/>
                </a:lnTo>
                <a:cubicBezTo>
                  <a:pt x="2391275" y="1536950"/>
                  <a:pt x="1312090" y="2534130"/>
                  <a:pt x="0" y="2534130"/>
                </a:cubicBezTo>
                <a:lnTo>
                  <a:pt x="0" y="1267065"/>
                </a:lnTo>
                <a:lnTo>
                  <a:pt x="1" y="1267065"/>
                </a:lnTo>
                <a:cubicBezTo>
                  <a:pt x="656046" y="1267065"/>
                  <a:pt x="1195639" y="768475"/>
                  <a:pt x="1260525" y="129549"/>
                </a:cubicBezTo>
                <a:lnTo>
                  <a:pt x="1266628" y="8700"/>
                </a:lnTo>
                <a:lnTo>
                  <a:pt x="1266629" y="8700"/>
                </a:lnTo>
                <a:lnTo>
                  <a:pt x="1266930" y="2730"/>
                </a:lnTo>
                <a:lnTo>
                  <a:pt x="1266929" y="2730"/>
                </a:lnTo>
                <a:lnTo>
                  <a:pt x="1267067" y="0"/>
                </a:lnTo>
                <a:close/>
              </a:path>
            </a:pathLst>
          </a:custGeom>
          <a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35D92FE9-D2DC-FD6B-D338-18A55772A011}"/>
              </a:ext>
            </a:extLst>
          </p:cNvPr>
          <p:cNvSpPr/>
          <p:nvPr userDrawn="1"/>
        </p:nvSpPr>
        <p:spPr>
          <a:xfrm flipH="1">
            <a:off x="3561294" y="892138"/>
            <a:ext cx="2534131" cy="2534132"/>
          </a:xfrm>
          <a:custGeom>
            <a:avLst/>
            <a:gdLst>
              <a:gd name="connsiteX0" fmla="*/ 0 w 2534131"/>
              <a:gd name="connsiteY0" fmla="*/ 0 h 2534132"/>
              <a:gd name="connsiteX1" fmla="*/ 2534131 w 2534131"/>
              <a:gd name="connsiteY1" fmla="*/ 2534131 h 2534132"/>
              <a:gd name="connsiteX2" fmla="*/ 2534131 w 2534131"/>
              <a:gd name="connsiteY2" fmla="*/ 2534132 h 2534132"/>
              <a:gd name="connsiteX3" fmla="*/ 1267067 w 2534131"/>
              <a:gd name="connsiteY3" fmla="*/ 2534132 h 2534132"/>
              <a:gd name="connsiteX4" fmla="*/ 1267067 w 2534131"/>
              <a:gd name="connsiteY4" fmla="*/ 2534131 h 2534132"/>
              <a:gd name="connsiteX5" fmla="*/ 1 w 2534131"/>
              <a:gd name="connsiteY5" fmla="*/ 1267065 h 2534132"/>
              <a:gd name="connsiteX6" fmla="*/ 0 w 2534131"/>
              <a:gd name="connsiteY6" fmla="*/ 1267065 h 2534132"/>
              <a:gd name="connsiteX7" fmla="*/ 0 w 2534131"/>
              <a:gd name="connsiteY7" fmla="*/ 0 h 253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4131" h="2534132">
                <a:moveTo>
                  <a:pt x="0" y="0"/>
                </a:moveTo>
                <a:cubicBezTo>
                  <a:pt x="1399562" y="0"/>
                  <a:pt x="2534131" y="1134569"/>
                  <a:pt x="2534131" y="2534131"/>
                </a:cubicBezTo>
                <a:lnTo>
                  <a:pt x="2534131" y="2534132"/>
                </a:lnTo>
                <a:lnTo>
                  <a:pt x="1267067" y="2534132"/>
                </a:lnTo>
                <a:lnTo>
                  <a:pt x="1267067" y="2534131"/>
                </a:lnTo>
                <a:cubicBezTo>
                  <a:pt x="1267067" y="1834350"/>
                  <a:pt x="699782" y="1267065"/>
                  <a:pt x="1" y="1267065"/>
                </a:cubicBezTo>
                <a:lnTo>
                  <a:pt x="0" y="1267065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67"/>
            </a:stretch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D5C7E-E039-7A80-6EFB-C0D947C02014}"/>
              </a:ext>
            </a:extLst>
          </p:cNvPr>
          <p:cNvSpPr txBox="1"/>
          <p:nvPr userDrawn="1"/>
        </p:nvSpPr>
        <p:spPr>
          <a:xfrm>
            <a:off x="4913789" y="3516939"/>
            <a:ext cx="13173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b="1" kern="0" dirty="0">
                <a:latin typeface="Rethink Sans Medium" pitchFamily="2" charset="77"/>
                <a:sym typeface="Rethink Sans"/>
              </a:rPr>
              <a:t>Retention</a:t>
            </a:r>
            <a:endParaRPr kumimoji="0" lang="en-AU" sz="14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ethink Sans" pitchFamily="2" charset="77"/>
              <a:sym typeface="Rethink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DF297C-63E1-C5DB-ADF6-7AE78D134B5C}"/>
              </a:ext>
            </a:extLst>
          </p:cNvPr>
          <p:cNvSpPr txBox="1"/>
          <p:nvPr userDrawn="1"/>
        </p:nvSpPr>
        <p:spPr>
          <a:xfrm>
            <a:off x="5939503" y="3516939"/>
            <a:ext cx="13173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b="1" kern="0" dirty="0">
                <a:latin typeface="Rethink Sans Medium" pitchFamily="2" charset="77"/>
                <a:sym typeface="Rethink Sans"/>
              </a:rPr>
              <a:t>Recency</a:t>
            </a:r>
            <a:endParaRPr kumimoji="0" lang="en-AU" sz="14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ethink Sans" pitchFamily="2" charset="77"/>
              <a:sym typeface="Rethink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6DD47C-1421-3CE4-AE07-62B344C06276}"/>
              </a:ext>
            </a:extLst>
          </p:cNvPr>
          <p:cNvSpPr txBox="1"/>
          <p:nvPr userDrawn="1"/>
        </p:nvSpPr>
        <p:spPr>
          <a:xfrm>
            <a:off x="5966509" y="3070393"/>
            <a:ext cx="13173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think Sans Medium" pitchFamily="2" charset="77"/>
                <a:sym typeface="Rethink Sans"/>
              </a:rPr>
              <a:t>Relevance</a:t>
            </a:r>
            <a:endParaRPr kumimoji="0" lang="en-AU" sz="1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think Sans" pitchFamily="2" charset="77"/>
              <a:sym typeface="Rethink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19B300-86D9-5EE8-7271-FD8DEC75DA98}"/>
              </a:ext>
            </a:extLst>
          </p:cNvPr>
          <p:cNvSpPr txBox="1"/>
          <p:nvPr userDrawn="1"/>
        </p:nvSpPr>
        <p:spPr>
          <a:xfrm>
            <a:off x="4970899" y="3070393"/>
            <a:ext cx="13173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b="1" kern="0" dirty="0">
                <a:solidFill>
                  <a:schemeClr val="bg1"/>
                </a:solidFill>
                <a:latin typeface="Rethink Sans Medium" pitchFamily="2" charset="77"/>
                <a:sym typeface="Rethink Sans"/>
              </a:rPr>
              <a:t>Reach</a:t>
            </a:r>
            <a:endParaRPr kumimoji="0" lang="en-AU" sz="1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think Sans" pitchFamily="2" charset="77"/>
              <a:sym typeface="Rethink San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5FD70F-0648-1AB2-AE1B-26375AF3ACA2}"/>
              </a:ext>
            </a:extLst>
          </p:cNvPr>
          <p:cNvGrpSpPr/>
          <p:nvPr userDrawn="1"/>
        </p:nvGrpSpPr>
        <p:grpSpPr>
          <a:xfrm rot="2722732">
            <a:off x="9149046" y="2308387"/>
            <a:ext cx="269702" cy="269702"/>
            <a:chOff x="10722592" y="445077"/>
            <a:chExt cx="350363" cy="35036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2F84FC0-4147-5AF8-62A1-2E79188C1D97}"/>
                </a:ext>
              </a:extLst>
            </p:cNvPr>
            <p:cNvSpPr/>
            <p:nvPr/>
          </p:nvSpPr>
          <p:spPr>
            <a:xfrm>
              <a:off x="10722592" y="445077"/>
              <a:ext cx="350363" cy="350363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860019A-7952-AA15-228E-6B1C0450D4F3}"/>
                </a:ext>
              </a:extLst>
            </p:cNvPr>
            <p:cNvGrpSpPr/>
            <p:nvPr/>
          </p:nvGrpSpPr>
          <p:grpSpPr>
            <a:xfrm>
              <a:off x="10834027" y="539038"/>
              <a:ext cx="153383" cy="153383"/>
              <a:chOff x="6834352" y="181303"/>
              <a:chExt cx="466296" cy="466296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5F01B14-A9E7-BCD5-0F79-ADD08EC0C9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B5A2F03-41BC-47E7-D3A9-2D3E12D344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009BCD-E015-6A7C-F09D-1B7B8359B468}"/>
              </a:ext>
            </a:extLst>
          </p:cNvPr>
          <p:cNvGrpSpPr/>
          <p:nvPr userDrawn="1"/>
        </p:nvGrpSpPr>
        <p:grpSpPr>
          <a:xfrm rot="2722732">
            <a:off x="9137676" y="3608918"/>
            <a:ext cx="269702" cy="269702"/>
            <a:chOff x="10722592" y="445077"/>
            <a:chExt cx="350363" cy="350363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79252B3-EB2F-5660-CB1D-A2811FA3469B}"/>
                </a:ext>
              </a:extLst>
            </p:cNvPr>
            <p:cNvSpPr/>
            <p:nvPr/>
          </p:nvSpPr>
          <p:spPr>
            <a:xfrm>
              <a:off x="10722592" y="445077"/>
              <a:ext cx="350363" cy="350363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064D9F6-3C57-F4DE-2645-21A8FD31E471}"/>
                </a:ext>
              </a:extLst>
            </p:cNvPr>
            <p:cNvGrpSpPr/>
            <p:nvPr/>
          </p:nvGrpSpPr>
          <p:grpSpPr>
            <a:xfrm>
              <a:off x="10834027" y="539038"/>
              <a:ext cx="153383" cy="153383"/>
              <a:chOff x="6834352" y="181303"/>
              <a:chExt cx="466296" cy="466296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F87BB04-C333-F293-0F38-5FCCB5255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C4EBA0B-CDB4-4E05-5F4B-2F41DF9F3A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75409F-9C81-5686-5D39-5A5B0417E46A}"/>
              </a:ext>
            </a:extLst>
          </p:cNvPr>
          <p:cNvGrpSpPr/>
          <p:nvPr userDrawn="1"/>
        </p:nvGrpSpPr>
        <p:grpSpPr>
          <a:xfrm rot="2722732">
            <a:off x="9170095" y="4867626"/>
            <a:ext cx="269702" cy="269702"/>
            <a:chOff x="10722592" y="445077"/>
            <a:chExt cx="350363" cy="350363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00A33C5-7AD2-CEBB-BE5F-DF7B2D562C47}"/>
                </a:ext>
              </a:extLst>
            </p:cNvPr>
            <p:cNvSpPr/>
            <p:nvPr/>
          </p:nvSpPr>
          <p:spPr>
            <a:xfrm>
              <a:off x="10722592" y="445077"/>
              <a:ext cx="350363" cy="350363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A42C0F0-05B5-DCD5-9502-014AEB1EC778}"/>
                </a:ext>
              </a:extLst>
            </p:cNvPr>
            <p:cNvGrpSpPr/>
            <p:nvPr/>
          </p:nvGrpSpPr>
          <p:grpSpPr>
            <a:xfrm>
              <a:off x="10834027" y="539038"/>
              <a:ext cx="153383" cy="153383"/>
              <a:chOff x="6834352" y="181303"/>
              <a:chExt cx="466296" cy="466296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3813358-4AE2-317F-7EBC-53469C7E0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2A454B-359A-7CF2-15C4-DA7684D1AE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4352" y="181303"/>
                <a:ext cx="466296" cy="466296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238E4852-604F-74D5-46D0-74954A081567}"/>
              </a:ext>
            </a:extLst>
          </p:cNvPr>
          <p:cNvSpPr/>
          <p:nvPr userDrawn="1"/>
        </p:nvSpPr>
        <p:spPr>
          <a:xfrm>
            <a:off x="9447652" y="2106385"/>
            <a:ext cx="2368038" cy="1244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50800" rIns="50800" bIns="50800" numCol="1" spcCol="38100" rtlCol="0" anchor="ctr">
            <a:noAutofit/>
          </a:bodyPr>
          <a:lstStyle/>
          <a:p>
            <a:pPr lvl="0" defTabSz="1219169" hangingPunct="0"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Demand-Flow Planning: Pinpointing genuine demand drivers, not</a:t>
            </a:r>
            <a:b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</a:b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just reach.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F543A8-F8E4-EC63-56CD-5FFDAFE8CBA6}"/>
              </a:ext>
            </a:extLst>
          </p:cNvPr>
          <p:cNvSpPr/>
          <p:nvPr userDrawn="1"/>
        </p:nvSpPr>
        <p:spPr>
          <a:xfrm>
            <a:off x="9447652" y="3421813"/>
            <a:ext cx="2368038" cy="1244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50800" rIns="50800" bIns="50800" numCol="1" spcCol="38100" rtlCol="0" anchor="ctr">
            <a:noAutofit/>
          </a:bodyPr>
          <a:lstStyle/>
          <a:p>
            <a:pPr lvl="0" defTabSz="1219169" hangingPunct="0">
              <a:defRPr/>
            </a:pPr>
            <a:r>
              <a:rPr lang="en-US" sz="1400" kern="0" dirty="0">
                <a:latin typeface="Rethink Sans" pitchFamily="2" charset="77"/>
                <a:ea typeface="+mj-lt"/>
                <a:cs typeface="+mj-lt"/>
              </a:rPr>
              <a:t>Strategy rooted in ethnographic insights, psychographic profiling, and behavioural data.</a:t>
            </a:r>
            <a:endParaRPr lang="en-US" sz="1400" kern="0" dirty="0">
              <a:latin typeface="Rethink Sans" pitchFamily="2" charset="77"/>
              <a:ea typeface="+mj-lt"/>
              <a:cs typeface="+mj-lt"/>
              <a:sym typeface="Rethink Sans Medium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261F91-974B-2FDC-4CA2-CCEEFEE07EE5}"/>
              </a:ext>
            </a:extLst>
          </p:cNvPr>
          <p:cNvSpPr/>
          <p:nvPr userDrawn="1"/>
        </p:nvSpPr>
        <p:spPr>
          <a:xfrm>
            <a:off x="9447652" y="4571085"/>
            <a:ext cx="2368038" cy="1244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0000" tIns="50800" rIns="50800" bIns="50800" numCol="1" spcCol="38100" rtlCol="0" anchor="ctr">
            <a:noAutofit/>
          </a:bodyPr>
          <a:lstStyle/>
          <a:p>
            <a:pPr lvl="0" defTabSz="1219169" hangingPunct="0">
              <a:defRPr/>
            </a:pPr>
            <a:endParaRPr lang="en-US" sz="1400" kern="0" dirty="0">
              <a:latin typeface="Rethink Sans" pitchFamily="2" charset="77"/>
              <a:ea typeface="+mj-lt"/>
              <a:cs typeface="+mj-lt"/>
            </a:endParaRPr>
          </a:p>
          <a:p>
            <a:pPr lvl="0" defTabSz="1219169" hangingPunct="0">
              <a:defRPr/>
            </a:pPr>
            <a:r>
              <a:rPr lang="en-US" sz="1400" kern="0" dirty="0">
                <a:latin typeface="Rethink Sans" pitchFamily="2" charset="77"/>
                <a:ea typeface="+mj-lt"/>
                <a:cs typeface="+mj-lt"/>
              </a:rPr>
              <a:t>Continuous stress </a:t>
            </a:r>
            <a:br>
              <a:rPr lang="en-US" sz="1400" kern="0" dirty="0">
                <a:latin typeface="Rethink Sans" pitchFamily="2" charset="77"/>
                <a:ea typeface="+mj-lt"/>
                <a:cs typeface="+mj-lt"/>
              </a:rPr>
            </a:br>
            <a:r>
              <a:rPr lang="en-US" sz="1400" kern="0" dirty="0">
                <a:latin typeface="Rethink Sans" pitchFamily="2" charset="77"/>
                <a:ea typeface="+mj-lt"/>
                <a:cs typeface="+mj-lt"/>
              </a:rPr>
              <a:t>testing to optimise campaigns</a:t>
            </a:r>
            <a:endParaRPr lang="en-AU" sz="1400" kern="0" dirty="0">
              <a:latin typeface="Rethink Sans" pitchFamily="2" charset="77"/>
              <a:ea typeface="+mj-lt"/>
              <a:cs typeface="+mj-lt"/>
              <a:sym typeface="Rethink Sans"/>
            </a:endParaRPr>
          </a:p>
          <a:p>
            <a:pPr defTabSz="1219169" hangingPunct="0"/>
            <a:endParaRPr lang="en-US" sz="1400" kern="0" dirty="0">
              <a:latin typeface="Rethink Sans" pitchFamily="2" charset="77"/>
              <a:ea typeface="+mj-lt"/>
              <a:cs typeface="+mj-lt"/>
              <a:sym typeface="Rethink Sans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896122D-A7AD-7C6F-63F2-A49A0FEE33FC}"/>
              </a:ext>
            </a:extLst>
          </p:cNvPr>
          <p:cNvGrpSpPr/>
          <p:nvPr userDrawn="1"/>
        </p:nvGrpSpPr>
        <p:grpSpPr>
          <a:xfrm>
            <a:off x="4516902" y="1841142"/>
            <a:ext cx="3161336" cy="3161336"/>
            <a:chOff x="4516902" y="1841142"/>
            <a:chExt cx="3161336" cy="3161336"/>
          </a:xfrm>
        </p:grpSpPr>
        <p:sp>
          <p:nvSpPr>
            <p:cNvPr id="46" name="Block Arc 45">
              <a:extLst>
                <a:ext uri="{FF2B5EF4-FFF2-40B4-BE49-F238E27FC236}">
                  <a16:creationId xmlns:a16="http://schemas.microsoft.com/office/drawing/2014/main" id="{49D8B411-38D7-BFAB-6815-9A352D114F93}"/>
                </a:ext>
              </a:extLst>
            </p:cNvPr>
            <p:cNvSpPr/>
            <p:nvPr/>
          </p:nvSpPr>
          <p:spPr>
            <a:xfrm flipV="1">
              <a:off x="4516902" y="1841142"/>
              <a:ext cx="3161336" cy="3161336"/>
            </a:xfrm>
            <a:prstGeom prst="blockArc">
              <a:avLst>
                <a:gd name="adj1" fmla="val 10809785"/>
                <a:gd name="adj2" fmla="val 21587602"/>
                <a:gd name="adj3" fmla="val 9900"/>
              </a:avLst>
            </a:prstGeom>
            <a:solidFill>
              <a:schemeClr val="tx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1200" dirty="0">
                <a:solidFill>
                  <a:sysClr val="windowText" lastClr="000000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47" name="Triangle 10">
              <a:extLst>
                <a:ext uri="{FF2B5EF4-FFF2-40B4-BE49-F238E27FC236}">
                  <a16:creationId xmlns:a16="http://schemas.microsoft.com/office/drawing/2014/main" id="{47F880D0-8BDB-8D8B-94F3-BE4948BD225C}"/>
                </a:ext>
              </a:extLst>
            </p:cNvPr>
            <p:cNvSpPr/>
            <p:nvPr/>
          </p:nvSpPr>
          <p:spPr>
            <a:xfrm rot="10800000" flipH="1" flipV="1">
              <a:off x="4588172" y="3524191"/>
              <a:ext cx="149260" cy="56673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78C3315-75D4-1986-A56E-BF6631B7A137}"/>
                </a:ext>
              </a:extLst>
            </p:cNvPr>
            <p:cNvSpPr/>
            <p:nvPr/>
          </p:nvSpPr>
          <p:spPr>
            <a:xfrm>
              <a:off x="5298906" y="4578068"/>
              <a:ext cx="1609650" cy="325559"/>
            </a:xfrm>
            <a:custGeom>
              <a:avLst/>
              <a:gdLst/>
              <a:ahLst/>
              <a:cxnLst/>
              <a:rect l="l" t="t" r="r" b="b"/>
              <a:pathLst>
                <a:path w="1609650" h="325559">
                  <a:moveTo>
                    <a:pt x="911343" y="212380"/>
                  </a:moveTo>
                  <a:lnTo>
                    <a:pt x="890953" y="213957"/>
                  </a:lnTo>
                  <a:lnTo>
                    <a:pt x="898028" y="305438"/>
                  </a:lnTo>
                  <a:lnTo>
                    <a:pt x="918417" y="303861"/>
                  </a:lnTo>
                  <a:cubicBezTo>
                    <a:pt x="929484" y="303006"/>
                    <a:pt x="938156" y="300520"/>
                    <a:pt x="944433" y="296404"/>
                  </a:cubicBezTo>
                  <a:cubicBezTo>
                    <a:pt x="950709" y="292288"/>
                    <a:pt x="954966" y="286695"/>
                    <a:pt x="957202" y="279625"/>
                  </a:cubicBezTo>
                  <a:cubicBezTo>
                    <a:pt x="959439" y="272554"/>
                    <a:pt x="960194" y="264328"/>
                    <a:pt x="959469" y="254945"/>
                  </a:cubicBezTo>
                  <a:cubicBezTo>
                    <a:pt x="958250" y="239187"/>
                    <a:pt x="953744" y="227858"/>
                    <a:pt x="945950" y="220958"/>
                  </a:cubicBezTo>
                  <a:cubicBezTo>
                    <a:pt x="938155" y="214058"/>
                    <a:pt x="926620" y="211199"/>
                    <a:pt x="911343" y="212380"/>
                  </a:cubicBezTo>
                  <a:close/>
                  <a:moveTo>
                    <a:pt x="620995" y="203953"/>
                  </a:moveTo>
                  <a:lnTo>
                    <a:pt x="616809" y="241363"/>
                  </a:lnTo>
                  <a:lnTo>
                    <a:pt x="637492" y="243677"/>
                  </a:lnTo>
                  <a:cubicBezTo>
                    <a:pt x="643248" y="244321"/>
                    <a:pt x="647861" y="244048"/>
                    <a:pt x="651333" y="242858"/>
                  </a:cubicBezTo>
                  <a:cubicBezTo>
                    <a:pt x="654805" y="241668"/>
                    <a:pt x="657358" y="239739"/>
                    <a:pt x="658992" y="237068"/>
                  </a:cubicBezTo>
                  <a:cubicBezTo>
                    <a:pt x="660626" y="234398"/>
                    <a:pt x="661651" y="231205"/>
                    <a:pt x="662067" y="227488"/>
                  </a:cubicBezTo>
                  <a:cubicBezTo>
                    <a:pt x="662496" y="223651"/>
                    <a:pt x="662209" y="220250"/>
                    <a:pt x="661205" y="217285"/>
                  </a:cubicBezTo>
                  <a:cubicBezTo>
                    <a:pt x="660202" y="214320"/>
                    <a:pt x="658135" y="211903"/>
                    <a:pt x="655005" y="210035"/>
                  </a:cubicBezTo>
                  <a:cubicBezTo>
                    <a:pt x="651876" y="208168"/>
                    <a:pt x="647434" y="206912"/>
                    <a:pt x="641678" y="206268"/>
                  </a:cubicBezTo>
                  <a:close/>
                  <a:moveTo>
                    <a:pt x="718065" y="195965"/>
                  </a:moveTo>
                  <a:lnTo>
                    <a:pt x="798362" y="198965"/>
                  </a:lnTo>
                  <a:lnTo>
                    <a:pt x="797714" y="216326"/>
                  </a:lnTo>
                  <a:lnTo>
                    <a:pt x="738034" y="214097"/>
                  </a:lnTo>
                  <a:lnTo>
                    <a:pt x="736770" y="247916"/>
                  </a:lnTo>
                  <a:lnTo>
                    <a:pt x="788312" y="249841"/>
                  </a:lnTo>
                  <a:lnTo>
                    <a:pt x="787671" y="267022"/>
                  </a:lnTo>
                  <a:lnTo>
                    <a:pt x="736129" y="265096"/>
                  </a:lnTo>
                  <a:lnTo>
                    <a:pt x="734602" y="305968"/>
                  </a:lnTo>
                  <a:lnTo>
                    <a:pt x="794282" y="308198"/>
                  </a:lnTo>
                  <a:lnTo>
                    <a:pt x="793634" y="325559"/>
                  </a:lnTo>
                  <a:lnTo>
                    <a:pt x="713337" y="322560"/>
                  </a:lnTo>
                  <a:close/>
                  <a:moveTo>
                    <a:pt x="910725" y="195002"/>
                  </a:moveTo>
                  <a:cubicBezTo>
                    <a:pt x="925761" y="193840"/>
                    <a:pt x="938263" y="195505"/>
                    <a:pt x="948231" y="199998"/>
                  </a:cubicBezTo>
                  <a:cubicBezTo>
                    <a:pt x="958199" y="204491"/>
                    <a:pt x="965836" y="211312"/>
                    <a:pt x="971142" y="220462"/>
                  </a:cubicBezTo>
                  <a:cubicBezTo>
                    <a:pt x="976448" y="229611"/>
                    <a:pt x="979594" y="240562"/>
                    <a:pt x="980580" y="253312"/>
                  </a:cubicBezTo>
                  <a:cubicBezTo>
                    <a:pt x="981603" y="266544"/>
                    <a:pt x="980044" y="278070"/>
                    <a:pt x="975902" y="287890"/>
                  </a:cubicBezTo>
                  <a:cubicBezTo>
                    <a:pt x="971761" y="297709"/>
                    <a:pt x="965069" y="305457"/>
                    <a:pt x="955827" y="311133"/>
                  </a:cubicBezTo>
                  <a:cubicBezTo>
                    <a:pt x="946586" y="316809"/>
                    <a:pt x="934807" y="320201"/>
                    <a:pt x="920493" y="321308"/>
                  </a:cubicBezTo>
                  <a:lnTo>
                    <a:pt x="878812" y="324531"/>
                  </a:lnTo>
                  <a:lnTo>
                    <a:pt x="869044" y="198226"/>
                  </a:lnTo>
                  <a:close/>
                  <a:moveTo>
                    <a:pt x="602424" y="184393"/>
                  </a:moveTo>
                  <a:lnTo>
                    <a:pt x="643970" y="189042"/>
                  </a:lnTo>
                  <a:cubicBezTo>
                    <a:pt x="652843" y="190035"/>
                    <a:pt x="660302" y="192266"/>
                    <a:pt x="666348" y="195734"/>
                  </a:cubicBezTo>
                  <a:cubicBezTo>
                    <a:pt x="672395" y="199203"/>
                    <a:pt x="676861" y="203770"/>
                    <a:pt x="679748" y="209435"/>
                  </a:cubicBezTo>
                  <a:cubicBezTo>
                    <a:pt x="682635" y="215099"/>
                    <a:pt x="683635" y="221889"/>
                    <a:pt x="682750" y="229802"/>
                  </a:cubicBezTo>
                  <a:cubicBezTo>
                    <a:pt x="681717" y="239035"/>
                    <a:pt x="678477" y="246017"/>
                    <a:pt x="673031" y="250749"/>
                  </a:cubicBezTo>
                  <a:cubicBezTo>
                    <a:pt x="667585" y="255482"/>
                    <a:pt x="660498" y="258331"/>
                    <a:pt x="651770" y="259297"/>
                  </a:cubicBezTo>
                  <a:lnTo>
                    <a:pt x="680781" y="320634"/>
                  </a:lnTo>
                  <a:lnTo>
                    <a:pt x="656501" y="317917"/>
                  </a:lnTo>
                  <a:lnTo>
                    <a:pt x="631064" y="260440"/>
                  </a:lnTo>
                  <a:lnTo>
                    <a:pt x="614877" y="258629"/>
                  </a:lnTo>
                  <a:lnTo>
                    <a:pt x="608840" y="312584"/>
                  </a:lnTo>
                  <a:lnTo>
                    <a:pt x="588337" y="310290"/>
                  </a:lnTo>
                  <a:close/>
                  <a:moveTo>
                    <a:pt x="1073009" y="175120"/>
                  </a:moveTo>
                  <a:lnTo>
                    <a:pt x="1075730" y="192279"/>
                  </a:lnTo>
                  <a:lnTo>
                    <a:pt x="1016745" y="201633"/>
                  </a:lnTo>
                  <a:lnTo>
                    <a:pt x="1022046" y="235058"/>
                  </a:lnTo>
                  <a:lnTo>
                    <a:pt x="1072987" y="226980"/>
                  </a:lnTo>
                  <a:lnTo>
                    <a:pt x="1075680" y="243960"/>
                  </a:lnTo>
                  <a:lnTo>
                    <a:pt x="1024739" y="252038"/>
                  </a:lnTo>
                  <a:lnTo>
                    <a:pt x="1031145" y="292434"/>
                  </a:lnTo>
                  <a:lnTo>
                    <a:pt x="1090130" y="283080"/>
                  </a:lnTo>
                  <a:lnTo>
                    <a:pt x="1092851" y="300239"/>
                  </a:lnTo>
                  <a:lnTo>
                    <a:pt x="1013490" y="312825"/>
                  </a:lnTo>
                  <a:lnTo>
                    <a:pt x="993648" y="187706"/>
                  </a:lnTo>
                  <a:close/>
                  <a:moveTo>
                    <a:pt x="478806" y="161593"/>
                  </a:moveTo>
                  <a:lnTo>
                    <a:pt x="498879" y="165504"/>
                  </a:lnTo>
                  <a:lnTo>
                    <a:pt x="483791" y="242953"/>
                  </a:lnTo>
                  <a:cubicBezTo>
                    <a:pt x="481737" y="253493"/>
                    <a:pt x="482742" y="261740"/>
                    <a:pt x="486807" y="267694"/>
                  </a:cubicBezTo>
                  <a:cubicBezTo>
                    <a:pt x="490871" y="273648"/>
                    <a:pt x="497225" y="277468"/>
                    <a:pt x="505870" y="279152"/>
                  </a:cubicBezTo>
                  <a:cubicBezTo>
                    <a:pt x="514515" y="280836"/>
                    <a:pt x="521838" y="279682"/>
                    <a:pt x="527840" y="275688"/>
                  </a:cubicBezTo>
                  <a:cubicBezTo>
                    <a:pt x="533842" y="271695"/>
                    <a:pt x="537870" y="264428"/>
                    <a:pt x="539923" y="253889"/>
                  </a:cubicBezTo>
                  <a:lnTo>
                    <a:pt x="555012" y="176440"/>
                  </a:lnTo>
                  <a:lnTo>
                    <a:pt x="575085" y="180350"/>
                  </a:lnTo>
                  <a:lnTo>
                    <a:pt x="560031" y="257622"/>
                  </a:lnTo>
                  <a:cubicBezTo>
                    <a:pt x="558208" y="266977"/>
                    <a:pt x="555264" y="274516"/>
                    <a:pt x="551199" y="280239"/>
                  </a:cubicBezTo>
                  <a:cubicBezTo>
                    <a:pt x="547134" y="285962"/>
                    <a:pt x="542335" y="290251"/>
                    <a:pt x="536800" y="293106"/>
                  </a:cubicBezTo>
                  <a:cubicBezTo>
                    <a:pt x="531266" y="295961"/>
                    <a:pt x="525465" y="297658"/>
                    <a:pt x="519399" y="298197"/>
                  </a:cubicBezTo>
                  <a:cubicBezTo>
                    <a:pt x="513332" y="298736"/>
                    <a:pt x="507516" y="298463"/>
                    <a:pt x="501950" y="297379"/>
                  </a:cubicBezTo>
                  <a:cubicBezTo>
                    <a:pt x="490700" y="295187"/>
                    <a:pt x="481990" y="291155"/>
                    <a:pt x="475821" y="285282"/>
                  </a:cubicBezTo>
                  <a:cubicBezTo>
                    <a:pt x="469651" y="279409"/>
                    <a:pt x="465670" y="272396"/>
                    <a:pt x="463879" y="264241"/>
                  </a:cubicBezTo>
                  <a:cubicBezTo>
                    <a:pt x="462087" y="256087"/>
                    <a:pt x="462045" y="247628"/>
                    <a:pt x="463752" y="238865"/>
                  </a:cubicBezTo>
                  <a:close/>
                  <a:moveTo>
                    <a:pt x="1219471" y="141250"/>
                  </a:moveTo>
                  <a:lnTo>
                    <a:pt x="1250246" y="264138"/>
                  </a:lnTo>
                  <a:lnTo>
                    <a:pt x="1230233" y="269150"/>
                  </a:lnTo>
                  <a:lnTo>
                    <a:pt x="1208383" y="181899"/>
                  </a:lnTo>
                  <a:lnTo>
                    <a:pt x="1193140" y="261088"/>
                  </a:lnTo>
                  <a:lnTo>
                    <a:pt x="1177516" y="265001"/>
                  </a:lnTo>
                  <a:lnTo>
                    <a:pt x="1126750" y="202343"/>
                  </a:lnTo>
                  <a:lnTo>
                    <a:pt x="1148600" y="289593"/>
                  </a:lnTo>
                  <a:lnTo>
                    <a:pt x="1128587" y="294605"/>
                  </a:lnTo>
                  <a:lnTo>
                    <a:pt x="1097812" y="171717"/>
                  </a:lnTo>
                  <a:lnTo>
                    <a:pt x="1121336" y="165826"/>
                  </a:lnTo>
                  <a:lnTo>
                    <a:pt x="1179260" y="237699"/>
                  </a:lnTo>
                  <a:lnTo>
                    <a:pt x="1195771" y="147185"/>
                  </a:lnTo>
                  <a:close/>
                  <a:moveTo>
                    <a:pt x="1299710" y="139643"/>
                  </a:moveTo>
                  <a:lnTo>
                    <a:pt x="1300060" y="199052"/>
                  </a:lnTo>
                  <a:lnTo>
                    <a:pt x="1337239" y="185853"/>
                  </a:lnTo>
                  <a:close/>
                  <a:moveTo>
                    <a:pt x="369910" y="131737"/>
                  </a:moveTo>
                  <a:lnTo>
                    <a:pt x="461432" y="157254"/>
                  </a:lnTo>
                  <a:lnTo>
                    <a:pt x="456766" y="173989"/>
                  </a:lnTo>
                  <a:lnTo>
                    <a:pt x="420855" y="163977"/>
                  </a:lnTo>
                  <a:lnTo>
                    <a:pt x="391498" y="269270"/>
                  </a:lnTo>
                  <a:lnTo>
                    <a:pt x="371800" y="263778"/>
                  </a:lnTo>
                  <a:lnTo>
                    <a:pt x="401156" y="158484"/>
                  </a:lnTo>
                  <a:lnTo>
                    <a:pt x="365245" y="148472"/>
                  </a:lnTo>
                  <a:close/>
                  <a:moveTo>
                    <a:pt x="290228" y="121753"/>
                  </a:moveTo>
                  <a:lnTo>
                    <a:pt x="276682" y="159192"/>
                  </a:lnTo>
                  <a:lnTo>
                    <a:pt x="299316" y="167381"/>
                  </a:lnTo>
                  <a:cubicBezTo>
                    <a:pt x="307598" y="170377"/>
                    <a:pt x="314017" y="170808"/>
                    <a:pt x="318575" y="168672"/>
                  </a:cubicBezTo>
                  <a:cubicBezTo>
                    <a:pt x="323133" y="166536"/>
                    <a:pt x="326459" y="162575"/>
                    <a:pt x="328552" y="156789"/>
                  </a:cubicBezTo>
                  <a:cubicBezTo>
                    <a:pt x="330605" y="151116"/>
                    <a:pt x="330573" y="145973"/>
                    <a:pt x="328458" y="141358"/>
                  </a:cubicBezTo>
                  <a:cubicBezTo>
                    <a:pt x="326342" y="136744"/>
                    <a:pt x="321144" y="132938"/>
                    <a:pt x="312862" y="129942"/>
                  </a:cubicBezTo>
                  <a:close/>
                  <a:moveTo>
                    <a:pt x="1302572" y="113086"/>
                  </a:moveTo>
                  <a:lnTo>
                    <a:pt x="1388614" y="216969"/>
                  </a:lnTo>
                  <a:lnTo>
                    <a:pt x="1368149" y="224234"/>
                  </a:lnTo>
                  <a:lnTo>
                    <a:pt x="1348206" y="199435"/>
                  </a:lnTo>
                  <a:lnTo>
                    <a:pt x="1299942" y="216570"/>
                  </a:lnTo>
                  <a:lnTo>
                    <a:pt x="1299930" y="248453"/>
                  </a:lnTo>
                  <a:lnTo>
                    <a:pt x="1279805" y="255597"/>
                  </a:lnTo>
                  <a:lnTo>
                    <a:pt x="1281083" y="120715"/>
                  </a:lnTo>
                  <a:close/>
                  <a:moveTo>
                    <a:pt x="276739" y="98396"/>
                  </a:moveTo>
                  <a:lnTo>
                    <a:pt x="319283" y="113789"/>
                  </a:lnTo>
                  <a:cubicBezTo>
                    <a:pt x="327565" y="116786"/>
                    <a:pt x="334344" y="120746"/>
                    <a:pt x="339619" y="125670"/>
                  </a:cubicBezTo>
                  <a:cubicBezTo>
                    <a:pt x="344894" y="130594"/>
                    <a:pt x="348346" y="136301"/>
                    <a:pt x="349975" y="142793"/>
                  </a:cubicBezTo>
                  <a:cubicBezTo>
                    <a:pt x="351604" y="149284"/>
                    <a:pt x="351043" y="156330"/>
                    <a:pt x="348293" y="163931"/>
                  </a:cubicBezTo>
                  <a:cubicBezTo>
                    <a:pt x="345543" y="171533"/>
                    <a:pt x="341426" y="177325"/>
                    <a:pt x="335944" y="181307"/>
                  </a:cubicBezTo>
                  <a:cubicBezTo>
                    <a:pt x="330461" y="185290"/>
                    <a:pt x="324118" y="187485"/>
                    <a:pt x="316913" y="187894"/>
                  </a:cubicBezTo>
                  <a:cubicBezTo>
                    <a:pt x="309709" y="188302"/>
                    <a:pt x="302022" y="187028"/>
                    <a:pt x="293854" y="184073"/>
                  </a:cubicBezTo>
                  <a:lnTo>
                    <a:pt x="270709" y="175699"/>
                  </a:lnTo>
                  <a:lnTo>
                    <a:pt x="253038" y="224540"/>
                  </a:lnTo>
                  <a:lnTo>
                    <a:pt x="233637" y="217521"/>
                  </a:lnTo>
                  <a:close/>
                  <a:moveTo>
                    <a:pt x="197616" y="90324"/>
                  </a:moveTo>
                  <a:lnTo>
                    <a:pt x="156489" y="133197"/>
                  </a:lnTo>
                  <a:lnTo>
                    <a:pt x="192361" y="149621"/>
                  </a:lnTo>
                  <a:close/>
                  <a:moveTo>
                    <a:pt x="197434" y="63768"/>
                  </a:moveTo>
                  <a:lnTo>
                    <a:pt x="218167" y="73261"/>
                  </a:lnTo>
                  <a:lnTo>
                    <a:pt x="207553" y="207731"/>
                  </a:lnTo>
                  <a:lnTo>
                    <a:pt x="187807" y="198690"/>
                  </a:lnTo>
                  <a:lnTo>
                    <a:pt x="190770" y="167006"/>
                  </a:lnTo>
                  <a:lnTo>
                    <a:pt x="144203" y="145684"/>
                  </a:lnTo>
                  <a:lnTo>
                    <a:pt x="121989" y="168554"/>
                  </a:lnTo>
                  <a:lnTo>
                    <a:pt x="102572" y="159664"/>
                  </a:lnTo>
                  <a:close/>
                  <a:moveTo>
                    <a:pt x="1455820" y="48455"/>
                  </a:moveTo>
                  <a:lnTo>
                    <a:pt x="1508639" y="163601"/>
                  </a:lnTo>
                  <a:lnTo>
                    <a:pt x="1489887" y="172203"/>
                  </a:lnTo>
                  <a:lnTo>
                    <a:pt x="1394832" y="113863"/>
                  </a:lnTo>
                  <a:lnTo>
                    <a:pt x="1433465" y="198084"/>
                  </a:lnTo>
                  <a:lnTo>
                    <a:pt x="1414713" y="206686"/>
                  </a:lnTo>
                  <a:lnTo>
                    <a:pt x="1361894" y="91540"/>
                  </a:lnTo>
                  <a:lnTo>
                    <a:pt x="1380646" y="82938"/>
                  </a:lnTo>
                  <a:lnTo>
                    <a:pt x="1475776" y="141442"/>
                  </a:lnTo>
                  <a:lnTo>
                    <a:pt x="1437068" y="57057"/>
                  </a:lnTo>
                  <a:close/>
                  <a:moveTo>
                    <a:pt x="1537611" y="26897"/>
                  </a:moveTo>
                  <a:cubicBezTo>
                    <a:pt x="1531787" y="28078"/>
                    <a:pt x="1525552" y="30572"/>
                    <a:pt x="1518904" y="34380"/>
                  </a:cubicBezTo>
                  <a:lnTo>
                    <a:pt x="1501159" y="44545"/>
                  </a:lnTo>
                  <a:lnTo>
                    <a:pt x="1546765" y="124162"/>
                  </a:lnTo>
                  <a:lnTo>
                    <a:pt x="1564510" y="113997"/>
                  </a:lnTo>
                  <a:cubicBezTo>
                    <a:pt x="1574142" y="108480"/>
                    <a:pt x="1580911" y="102517"/>
                    <a:pt x="1584817" y="96108"/>
                  </a:cubicBezTo>
                  <a:cubicBezTo>
                    <a:pt x="1588724" y="89699"/>
                    <a:pt x="1590172" y="82821"/>
                    <a:pt x="1589161" y="75474"/>
                  </a:cubicBezTo>
                  <a:cubicBezTo>
                    <a:pt x="1588151" y="68128"/>
                    <a:pt x="1585307" y="60371"/>
                    <a:pt x="1580630" y="52206"/>
                  </a:cubicBezTo>
                  <a:cubicBezTo>
                    <a:pt x="1572774" y="38491"/>
                    <a:pt x="1563846" y="30187"/>
                    <a:pt x="1553847" y="27295"/>
                  </a:cubicBezTo>
                  <a:cubicBezTo>
                    <a:pt x="1548847" y="25849"/>
                    <a:pt x="1543435" y="25716"/>
                    <a:pt x="1537611" y="26897"/>
                  </a:cubicBezTo>
                  <a:close/>
                  <a:moveTo>
                    <a:pt x="1546923" y="7380"/>
                  </a:moveTo>
                  <a:cubicBezTo>
                    <a:pt x="1557855" y="7167"/>
                    <a:pt x="1567678" y="10056"/>
                    <a:pt x="1576394" y="16048"/>
                  </a:cubicBezTo>
                  <a:cubicBezTo>
                    <a:pt x="1585110" y="22039"/>
                    <a:pt x="1592646" y="30584"/>
                    <a:pt x="1599003" y="41681"/>
                  </a:cubicBezTo>
                  <a:cubicBezTo>
                    <a:pt x="1605599" y="53197"/>
                    <a:pt x="1609131" y="64278"/>
                    <a:pt x="1609599" y="74925"/>
                  </a:cubicBezTo>
                  <a:cubicBezTo>
                    <a:pt x="1610067" y="85572"/>
                    <a:pt x="1607342" y="95441"/>
                    <a:pt x="1601426" y="104531"/>
                  </a:cubicBezTo>
                  <a:cubicBezTo>
                    <a:pt x="1595509" y="113620"/>
                    <a:pt x="1586322" y="121733"/>
                    <a:pt x="1573864" y="128870"/>
                  </a:cubicBezTo>
                  <a:lnTo>
                    <a:pt x="1537588" y="149649"/>
                  </a:lnTo>
                  <a:lnTo>
                    <a:pt x="1474621" y="39724"/>
                  </a:lnTo>
                  <a:lnTo>
                    <a:pt x="1510896" y="18945"/>
                  </a:lnTo>
                  <a:cubicBezTo>
                    <a:pt x="1523982" y="11448"/>
                    <a:pt x="1535991" y="7594"/>
                    <a:pt x="1546923" y="7380"/>
                  </a:cubicBezTo>
                  <a:close/>
                  <a:moveTo>
                    <a:pt x="63029" y="45"/>
                  </a:moveTo>
                  <a:cubicBezTo>
                    <a:pt x="73782" y="-408"/>
                    <a:pt x="84866" y="2630"/>
                    <a:pt x="96282" y="9159"/>
                  </a:cubicBezTo>
                  <a:cubicBezTo>
                    <a:pt x="109268" y="16586"/>
                    <a:pt x="118072" y="25860"/>
                    <a:pt x="122692" y="36980"/>
                  </a:cubicBezTo>
                  <a:cubicBezTo>
                    <a:pt x="127312" y="48101"/>
                    <a:pt x="127405" y="59968"/>
                    <a:pt x="122971" y="72581"/>
                  </a:cubicBezTo>
                  <a:lnTo>
                    <a:pt x="103334" y="61351"/>
                  </a:lnTo>
                  <a:cubicBezTo>
                    <a:pt x="105402" y="54333"/>
                    <a:pt x="105127" y="47644"/>
                    <a:pt x="102511" y="41283"/>
                  </a:cubicBezTo>
                  <a:cubicBezTo>
                    <a:pt x="99894" y="34922"/>
                    <a:pt x="94711" y="29525"/>
                    <a:pt x="86960" y="25093"/>
                  </a:cubicBezTo>
                  <a:cubicBezTo>
                    <a:pt x="79524" y="20840"/>
                    <a:pt x="72252" y="18974"/>
                    <a:pt x="65144" y="19496"/>
                  </a:cubicBezTo>
                  <a:cubicBezTo>
                    <a:pt x="58035" y="20017"/>
                    <a:pt x="51383" y="22536"/>
                    <a:pt x="45185" y="27053"/>
                  </a:cubicBezTo>
                  <a:cubicBezTo>
                    <a:pt x="38988" y="31571"/>
                    <a:pt x="33524" y="37966"/>
                    <a:pt x="28792" y="46240"/>
                  </a:cubicBezTo>
                  <a:cubicBezTo>
                    <a:pt x="24120" y="54409"/>
                    <a:pt x="21394" y="62336"/>
                    <a:pt x="20613" y="70020"/>
                  </a:cubicBezTo>
                  <a:cubicBezTo>
                    <a:pt x="19832" y="77704"/>
                    <a:pt x="21061" y="84730"/>
                    <a:pt x="24298" y="91099"/>
                  </a:cubicBezTo>
                  <a:cubicBezTo>
                    <a:pt x="27536" y="97468"/>
                    <a:pt x="32820" y="102748"/>
                    <a:pt x="40151" y="106941"/>
                  </a:cubicBezTo>
                  <a:cubicBezTo>
                    <a:pt x="47902" y="111374"/>
                    <a:pt x="55137" y="113183"/>
                    <a:pt x="61856" y="112370"/>
                  </a:cubicBezTo>
                  <a:cubicBezTo>
                    <a:pt x="68575" y="111557"/>
                    <a:pt x="74375" y="108584"/>
                    <a:pt x="79256" y="103453"/>
                  </a:cubicBezTo>
                  <a:lnTo>
                    <a:pt x="98893" y="114684"/>
                  </a:lnTo>
                  <a:cubicBezTo>
                    <a:pt x="90449" y="124588"/>
                    <a:pt x="80309" y="130289"/>
                    <a:pt x="68471" y="131789"/>
                  </a:cubicBezTo>
                  <a:cubicBezTo>
                    <a:pt x="56633" y="133289"/>
                    <a:pt x="44221" y="130325"/>
                    <a:pt x="31234" y="122898"/>
                  </a:cubicBezTo>
                  <a:cubicBezTo>
                    <a:pt x="20028" y="116489"/>
                    <a:pt x="11852" y="108547"/>
                    <a:pt x="6708" y="99073"/>
                  </a:cubicBezTo>
                  <a:cubicBezTo>
                    <a:pt x="1563" y="89598"/>
                    <a:pt x="-622" y="79384"/>
                    <a:pt x="153" y="68430"/>
                  </a:cubicBezTo>
                  <a:cubicBezTo>
                    <a:pt x="928" y="57476"/>
                    <a:pt x="4400" y="46605"/>
                    <a:pt x="10569" y="35818"/>
                  </a:cubicBezTo>
                  <a:cubicBezTo>
                    <a:pt x="16798" y="24926"/>
                    <a:pt x="24411" y="16354"/>
                    <a:pt x="33407" y="10101"/>
                  </a:cubicBezTo>
                  <a:cubicBezTo>
                    <a:pt x="42403" y="3850"/>
                    <a:pt x="52277" y="497"/>
                    <a:pt x="63029" y="45"/>
                  </a:cubicBez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AU" sz="1200" dirty="0">
                <a:solidFill>
                  <a:sysClr val="windowText" lastClr="000000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4296F6-03FF-0ABE-A82D-9B84D9581795}"/>
              </a:ext>
            </a:extLst>
          </p:cNvPr>
          <p:cNvGrpSpPr/>
          <p:nvPr userDrawn="1"/>
        </p:nvGrpSpPr>
        <p:grpSpPr>
          <a:xfrm>
            <a:off x="4515814" y="1845602"/>
            <a:ext cx="3161336" cy="3161336"/>
            <a:chOff x="4515814" y="1845602"/>
            <a:chExt cx="3161336" cy="3161336"/>
          </a:xfrm>
        </p:grpSpPr>
        <p:sp>
          <p:nvSpPr>
            <p:cNvPr id="50" name="Block Arc 49">
              <a:extLst>
                <a:ext uri="{FF2B5EF4-FFF2-40B4-BE49-F238E27FC236}">
                  <a16:creationId xmlns:a16="http://schemas.microsoft.com/office/drawing/2014/main" id="{0D001300-3079-675E-9AF3-A8B974D59606}"/>
                </a:ext>
              </a:extLst>
            </p:cNvPr>
            <p:cNvSpPr/>
            <p:nvPr/>
          </p:nvSpPr>
          <p:spPr>
            <a:xfrm>
              <a:off x="4515814" y="1845602"/>
              <a:ext cx="3161336" cy="3161336"/>
            </a:xfrm>
            <a:prstGeom prst="blockArc">
              <a:avLst>
                <a:gd name="adj1" fmla="val 10800000"/>
                <a:gd name="adj2" fmla="val 11794"/>
                <a:gd name="adj3" fmla="val 9900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1200" dirty="0">
                <a:solidFill>
                  <a:sysClr val="windowText" lastClr="000000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51" name="Triangle 10">
              <a:extLst>
                <a:ext uri="{FF2B5EF4-FFF2-40B4-BE49-F238E27FC236}">
                  <a16:creationId xmlns:a16="http://schemas.microsoft.com/office/drawing/2014/main" id="{0A9B8669-7BA8-B1DA-06FC-297765AEF1B6}"/>
                </a:ext>
              </a:extLst>
            </p:cNvPr>
            <p:cNvSpPr/>
            <p:nvPr/>
          </p:nvSpPr>
          <p:spPr>
            <a:xfrm flipH="1" flipV="1">
              <a:off x="7424121" y="3258467"/>
              <a:ext cx="149260" cy="56673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5EBCDC1-7AC5-1848-6C40-CCB12D58E04F}"/>
                </a:ext>
              </a:extLst>
            </p:cNvPr>
            <p:cNvSpPr/>
            <p:nvPr/>
          </p:nvSpPr>
          <p:spPr>
            <a:xfrm>
              <a:off x="5299575" y="1955758"/>
              <a:ext cx="1528150" cy="346101"/>
            </a:xfrm>
            <a:custGeom>
              <a:avLst/>
              <a:gdLst/>
              <a:ahLst/>
              <a:cxnLst/>
              <a:rect l="l" t="t" r="r" b="b"/>
              <a:pathLst>
                <a:path w="1528150" h="346101">
                  <a:moveTo>
                    <a:pt x="65473" y="214543"/>
                  </a:moveTo>
                  <a:cubicBezTo>
                    <a:pt x="77471" y="215563"/>
                    <a:pt x="88048" y="220945"/>
                    <a:pt x="97203" y="230689"/>
                  </a:cubicBezTo>
                  <a:lnTo>
                    <a:pt x="78192" y="242949"/>
                  </a:lnTo>
                  <a:cubicBezTo>
                    <a:pt x="72914" y="237882"/>
                    <a:pt x="66850" y="235045"/>
                    <a:pt x="59999" y="234439"/>
                  </a:cubicBezTo>
                  <a:cubicBezTo>
                    <a:pt x="53147" y="233832"/>
                    <a:pt x="45970" y="235948"/>
                    <a:pt x="38467" y="240787"/>
                  </a:cubicBezTo>
                  <a:cubicBezTo>
                    <a:pt x="31268" y="245429"/>
                    <a:pt x="26263" y="251026"/>
                    <a:pt x="23452" y="257576"/>
                  </a:cubicBezTo>
                  <a:cubicBezTo>
                    <a:pt x="20642" y="264126"/>
                    <a:pt x="19814" y="271191"/>
                    <a:pt x="20970" y="278772"/>
                  </a:cubicBezTo>
                  <a:cubicBezTo>
                    <a:pt x="22127" y="286353"/>
                    <a:pt x="25287" y="294149"/>
                    <a:pt x="30453" y="302159"/>
                  </a:cubicBezTo>
                  <a:cubicBezTo>
                    <a:pt x="35553" y="310068"/>
                    <a:pt x="41334" y="316138"/>
                    <a:pt x="47795" y="320370"/>
                  </a:cubicBezTo>
                  <a:cubicBezTo>
                    <a:pt x="54256" y="324601"/>
                    <a:pt x="61059" y="326746"/>
                    <a:pt x="68203" y="326805"/>
                  </a:cubicBezTo>
                  <a:cubicBezTo>
                    <a:pt x="75347" y="326864"/>
                    <a:pt x="82468" y="324605"/>
                    <a:pt x="89566" y="320028"/>
                  </a:cubicBezTo>
                  <a:cubicBezTo>
                    <a:pt x="97069" y="315189"/>
                    <a:pt x="102007" y="309600"/>
                    <a:pt x="104379" y="303261"/>
                  </a:cubicBezTo>
                  <a:cubicBezTo>
                    <a:pt x="106752" y="296922"/>
                    <a:pt x="106784" y="290405"/>
                    <a:pt x="104477" y="283710"/>
                  </a:cubicBezTo>
                  <a:lnTo>
                    <a:pt x="123489" y="271450"/>
                  </a:lnTo>
                  <a:cubicBezTo>
                    <a:pt x="128392" y="283506"/>
                    <a:pt x="128783" y="295133"/>
                    <a:pt x="124663" y="306331"/>
                  </a:cubicBezTo>
                  <a:cubicBezTo>
                    <a:pt x="120544" y="317530"/>
                    <a:pt x="112197" y="327183"/>
                    <a:pt x="99624" y="335291"/>
                  </a:cubicBezTo>
                  <a:cubicBezTo>
                    <a:pt x="88775" y="342287"/>
                    <a:pt x="77961" y="345887"/>
                    <a:pt x="67181" y="346091"/>
                  </a:cubicBezTo>
                  <a:cubicBezTo>
                    <a:pt x="56402" y="346295"/>
                    <a:pt x="46329" y="343531"/>
                    <a:pt x="36962" y="337799"/>
                  </a:cubicBezTo>
                  <a:cubicBezTo>
                    <a:pt x="27596" y="332068"/>
                    <a:pt x="19545" y="323980"/>
                    <a:pt x="12810" y="313536"/>
                  </a:cubicBezTo>
                  <a:cubicBezTo>
                    <a:pt x="6010" y="302991"/>
                    <a:pt x="1906" y="292286"/>
                    <a:pt x="499" y="281422"/>
                  </a:cubicBezTo>
                  <a:cubicBezTo>
                    <a:pt x="-908" y="270557"/>
                    <a:pt x="663" y="260248"/>
                    <a:pt x="5212" y="250495"/>
                  </a:cubicBezTo>
                  <a:cubicBezTo>
                    <a:pt x="9762" y="240743"/>
                    <a:pt x="17563" y="232303"/>
                    <a:pt x="28615" y="225175"/>
                  </a:cubicBezTo>
                  <a:cubicBezTo>
                    <a:pt x="41188" y="217068"/>
                    <a:pt x="53474" y="213523"/>
                    <a:pt x="65473" y="214543"/>
                  </a:cubicBezTo>
                  <a:close/>
                  <a:moveTo>
                    <a:pt x="1464873" y="178437"/>
                  </a:moveTo>
                  <a:lnTo>
                    <a:pt x="1420124" y="258540"/>
                  </a:lnTo>
                  <a:lnTo>
                    <a:pt x="1437978" y="268513"/>
                  </a:lnTo>
                  <a:cubicBezTo>
                    <a:pt x="1447668" y="273927"/>
                    <a:pt x="1456266" y="276657"/>
                    <a:pt x="1463771" y="276704"/>
                  </a:cubicBezTo>
                  <a:cubicBezTo>
                    <a:pt x="1471277" y="276751"/>
                    <a:pt x="1477918" y="274449"/>
                    <a:pt x="1483695" y="269799"/>
                  </a:cubicBezTo>
                  <a:cubicBezTo>
                    <a:pt x="1489471" y="265148"/>
                    <a:pt x="1494654" y="258715"/>
                    <a:pt x="1499244" y="250499"/>
                  </a:cubicBezTo>
                  <a:cubicBezTo>
                    <a:pt x="1506952" y="236701"/>
                    <a:pt x="1509470" y="224772"/>
                    <a:pt x="1506798" y="214711"/>
                  </a:cubicBezTo>
                  <a:cubicBezTo>
                    <a:pt x="1504127" y="204650"/>
                    <a:pt x="1496103" y="195883"/>
                    <a:pt x="1482726" y="188411"/>
                  </a:cubicBezTo>
                  <a:close/>
                  <a:moveTo>
                    <a:pt x="167677" y="170918"/>
                  </a:moveTo>
                  <a:cubicBezTo>
                    <a:pt x="164037" y="171100"/>
                    <a:pt x="159644" y="172520"/>
                    <a:pt x="154498" y="175177"/>
                  </a:cubicBezTo>
                  <a:lnTo>
                    <a:pt x="136007" y="184728"/>
                  </a:lnTo>
                  <a:lnTo>
                    <a:pt x="153280" y="218173"/>
                  </a:lnTo>
                  <a:lnTo>
                    <a:pt x="171772" y="208623"/>
                  </a:lnTo>
                  <a:cubicBezTo>
                    <a:pt x="176917" y="205966"/>
                    <a:pt x="180604" y="203179"/>
                    <a:pt x="182832" y="200263"/>
                  </a:cubicBezTo>
                  <a:cubicBezTo>
                    <a:pt x="185061" y="197347"/>
                    <a:pt x="186114" y="194325"/>
                    <a:pt x="185992" y="191197"/>
                  </a:cubicBezTo>
                  <a:cubicBezTo>
                    <a:pt x="185870" y="188068"/>
                    <a:pt x="184951" y="184843"/>
                    <a:pt x="183235" y="181520"/>
                  </a:cubicBezTo>
                  <a:cubicBezTo>
                    <a:pt x="181463" y="178089"/>
                    <a:pt x="179337" y="175419"/>
                    <a:pt x="176857" y="173509"/>
                  </a:cubicBezTo>
                  <a:cubicBezTo>
                    <a:pt x="174377" y="171599"/>
                    <a:pt x="171317" y="170735"/>
                    <a:pt x="167677" y="170918"/>
                  </a:cubicBezTo>
                  <a:close/>
                  <a:moveTo>
                    <a:pt x="1455334" y="153208"/>
                  </a:moveTo>
                  <a:lnTo>
                    <a:pt x="1491831" y="173596"/>
                  </a:lnTo>
                  <a:cubicBezTo>
                    <a:pt x="1504997" y="180951"/>
                    <a:pt x="1514487" y="189259"/>
                    <a:pt x="1520301" y="198518"/>
                  </a:cubicBezTo>
                  <a:cubicBezTo>
                    <a:pt x="1526115" y="207778"/>
                    <a:pt x="1528699" y="217686"/>
                    <a:pt x="1528054" y="228243"/>
                  </a:cubicBezTo>
                  <a:cubicBezTo>
                    <a:pt x="1527408" y="238800"/>
                    <a:pt x="1523966" y="249661"/>
                    <a:pt x="1517729" y="260826"/>
                  </a:cubicBezTo>
                  <a:cubicBezTo>
                    <a:pt x="1511256" y="272412"/>
                    <a:pt x="1503578" y="281148"/>
                    <a:pt x="1494693" y="287033"/>
                  </a:cubicBezTo>
                  <a:cubicBezTo>
                    <a:pt x="1485808" y="292918"/>
                    <a:pt x="1475946" y="295667"/>
                    <a:pt x="1465108" y="295278"/>
                  </a:cubicBezTo>
                  <a:cubicBezTo>
                    <a:pt x="1454269" y="294889"/>
                    <a:pt x="1442582" y="291194"/>
                    <a:pt x="1430048" y="284192"/>
                  </a:cubicBezTo>
                  <a:lnTo>
                    <a:pt x="1393552" y="263803"/>
                  </a:lnTo>
                  <a:close/>
                  <a:moveTo>
                    <a:pt x="169179" y="152727"/>
                  </a:moveTo>
                  <a:cubicBezTo>
                    <a:pt x="176134" y="152258"/>
                    <a:pt x="182384" y="153579"/>
                    <a:pt x="187928" y="156690"/>
                  </a:cubicBezTo>
                  <a:cubicBezTo>
                    <a:pt x="193473" y="159801"/>
                    <a:pt x="198072" y="164894"/>
                    <a:pt x="201726" y="171969"/>
                  </a:cubicBezTo>
                  <a:cubicBezTo>
                    <a:pt x="205989" y="180224"/>
                    <a:pt x="207168" y="187830"/>
                    <a:pt x="205262" y="194789"/>
                  </a:cubicBezTo>
                  <a:cubicBezTo>
                    <a:pt x="203357" y="201748"/>
                    <a:pt x="199042" y="208051"/>
                    <a:pt x="192316" y="213696"/>
                  </a:cubicBezTo>
                  <a:lnTo>
                    <a:pt x="250485" y="248631"/>
                  </a:lnTo>
                  <a:lnTo>
                    <a:pt x="228777" y="259842"/>
                  </a:lnTo>
                  <a:lnTo>
                    <a:pt x="175724" y="226136"/>
                  </a:lnTo>
                  <a:lnTo>
                    <a:pt x="161253" y="233610"/>
                  </a:lnTo>
                  <a:lnTo>
                    <a:pt x="186166" y="281849"/>
                  </a:lnTo>
                  <a:lnTo>
                    <a:pt x="167835" y="291316"/>
                  </a:lnTo>
                  <a:lnTo>
                    <a:pt x="109704" y="178758"/>
                  </a:lnTo>
                  <a:lnTo>
                    <a:pt x="146848" y="159575"/>
                  </a:lnTo>
                  <a:cubicBezTo>
                    <a:pt x="154780" y="155478"/>
                    <a:pt x="162224" y="153195"/>
                    <a:pt x="169179" y="152727"/>
                  </a:cubicBezTo>
                  <a:close/>
                  <a:moveTo>
                    <a:pt x="1326324" y="96035"/>
                  </a:moveTo>
                  <a:lnTo>
                    <a:pt x="1345262" y="104219"/>
                  </a:lnTo>
                  <a:lnTo>
                    <a:pt x="1365415" y="214066"/>
                  </a:lnTo>
                  <a:lnTo>
                    <a:pt x="1402244" y="128843"/>
                  </a:lnTo>
                  <a:lnTo>
                    <a:pt x="1421182" y="137027"/>
                  </a:lnTo>
                  <a:lnTo>
                    <a:pt x="1370929" y="253316"/>
                  </a:lnTo>
                  <a:lnTo>
                    <a:pt x="1351991" y="245132"/>
                  </a:lnTo>
                  <a:lnTo>
                    <a:pt x="1331766" y="135451"/>
                  </a:lnTo>
                  <a:lnTo>
                    <a:pt x="1295009" y="220508"/>
                  </a:lnTo>
                  <a:lnTo>
                    <a:pt x="1276071" y="212324"/>
                  </a:lnTo>
                  <a:close/>
                  <a:moveTo>
                    <a:pt x="300848" y="90536"/>
                  </a:moveTo>
                  <a:lnTo>
                    <a:pt x="307468" y="106600"/>
                  </a:lnTo>
                  <a:lnTo>
                    <a:pt x="252251" y="129354"/>
                  </a:lnTo>
                  <a:lnTo>
                    <a:pt x="265145" y="160644"/>
                  </a:lnTo>
                  <a:lnTo>
                    <a:pt x="312832" y="140992"/>
                  </a:lnTo>
                  <a:lnTo>
                    <a:pt x="319383" y="156888"/>
                  </a:lnTo>
                  <a:lnTo>
                    <a:pt x="271695" y="176540"/>
                  </a:lnTo>
                  <a:lnTo>
                    <a:pt x="287279" y="214355"/>
                  </a:lnTo>
                  <a:lnTo>
                    <a:pt x="342496" y="191600"/>
                  </a:lnTo>
                  <a:lnTo>
                    <a:pt x="349115" y="207663"/>
                  </a:lnTo>
                  <a:lnTo>
                    <a:pt x="274823" y="238279"/>
                  </a:lnTo>
                  <a:lnTo>
                    <a:pt x="226556" y="121152"/>
                  </a:lnTo>
                  <a:close/>
                  <a:moveTo>
                    <a:pt x="1232434" y="89730"/>
                  </a:moveTo>
                  <a:lnTo>
                    <a:pt x="1196838" y="137295"/>
                  </a:lnTo>
                  <a:lnTo>
                    <a:pt x="1234443" y="149226"/>
                  </a:lnTo>
                  <a:close/>
                  <a:moveTo>
                    <a:pt x="393927" y="85242"/>
                  </a:moveTo>
                  <a:lnTo>
                    <a:pt x="391806" y="144614"/>
                  </a:lnTo>
                  <a:lnTo>
                    <a:pt x="429502" y="132973"/>
                  </a:lnTo>
                  <a:close/>
                  <a:moveTo>
                    <a:pt x="1229018" y="63394"/>
                  </a:moveTo>
                  <a:lnTo>
                    <a:pt x="1250753" y="70290"/>
                  </a:lnTo>
                  <a:lnTo>
                    <a:pt x="1256603" y="205052"/>
                  </a:lnTo>
                  <a:lnTo>
                    <a:pt x="1235903" y="198484"/>
                  </a:lnTo>
                  <a:lnTo>
                    <a:pt x="1234983" y="166675"/>
                  </a:lnTo>
                  <a:lnTo>
                    <a:pt x="1186165" y="151186"/>
                  </a:lnTo>
                  <a:lnTo>
                    <a:pt x="1166902" y="176593"/>
                  </a:lnTo>
                  <a:lnTo>
                    <a:pt x="1146547" y="170135"/>
                  </a:lnTo>
                  <a:close/>
                  <a:moveTo>
                    <a:pt x="397892" y="58827"/>
                  </a:moveTo>
                  <a:lnTo>
                    <a:pt x="479538" y="166199"/>
                  </a:lnTo>
                  <a:lnTo>
                    <a:pt x="458787" y="172607"/>
                  </a:lnTo>
                  <a:lnTo>
                    <a:pt x="439894" y="147000"/>
                  </a:lnTo>
                  <a:lnTo>
                    <a:pt x="390958" y="162111"/>
                  </a:lnTo>
                  <a:lnTo>
                    <a:pt x="389620" y="193966"/>
                  </a:lnTo>
                  <a:lnTo>
                    <a:pt x="369216" y="200267"/>
                  </a:lnTo>
                  <a:lnTo>
                    <a:pt x="376105" y="65555"/>
                  </a:lnTo>
                  <a:close/>
                  <a:moveTo>
                    <a:pt x="559840" y="20276"/>
                  </a:moveTo>
                  <a:lnTo>
                    <a:pt x="563421" y="37276"/>
                  </a:lnTo>
                  <a:lnTo>
                    <a:pt x="526941" y="44961"/>
                  </a:lnTo>
                  <a:lnTo>
                    <a:pt x="549473" y="151922"/>
                  </a:lnTo>
                  <a:lnTo>
                    <a:pt x="529462" y="156138"/>
                  </a:lnTo>
                  <a:lnTo>
                    <a:pt x="506930" y="49176"/>
                  </a:lnTo>
                  <a:lnTo>
                    <a:pt x="470450" y="56861"/>
                  </a:lnTo>
                  <a:lnTo>
                    <a:pt x="466869" y="39860"/>
                  </a:lnTo>
                  <a:close/>
                  <a:moveTo>
                    <a:pt x="784843" y="17521"/>
                  </a:moveTo>
                  <a:lnTo>
                    <a:pt x="784182" y="109273"/>
                  </a:lnTo>
                  <a:lnTo>
                    <a:pt x="804632" y="109421"/>
                  </a:lnTo>
                  <a:cubicBezTo>
                    <a:pt x="815731" y="109501"/>
                    <a:pt x="824581" y="107755"/>
                    <a:pt x="831183" y="104183"/>
                  </a:cubicBezTo>
                  <a:cubicBezTo>
                    <a:pt x="837784" y="100611"/>
                    <a:pt x="842497" y="95396"/>
                    <a:pt x="845322" y="88539"/>
                  </a:cubicBezTo>
                  <a:cubicBezTo>
                    <a:pt x="848146" y="81682"/>
                    <a:pt x="849592" y="73549"/>
                    <a:pt x="849660" y="64138"/>
                  </a:cubicBezTo>
                  <a:cubicBezTo>
                    <a:pt x="849774" y="48333"/>
                    <a:pt x="846238" y="36665"/>
                    <a:pt x="839053" y="29133"/>
                  </a:cubicBezTo>
                  <a:cubicBezTo>
                    <a:pt x="831868" y="21600"/>
                    <a:pt x="820615" y="17779"/>
                    <a:pt x="805293" y="17669"/>
                  </a:cubicBezTo>
                  <a:close/>
                  <a:moveTo>
                    <a:pt x="1026183" y="15517"/>
                  </a:moveTo>
                  <a:lnTo>
                    <a:pt x="1049958" y="20296"/>
                  </a:lnTo>
                  <a:lnTo>
                    <a:pt x="1071416" y="110076"/>
                  </a:lnTo>
                  <a:lnTo>
                    <a:pt x="1125187" y="35416"/>
                  </a:lnTo>
                  <a:lnTo>
                    <a:pt x="1149139" y="40230"/>
                  </a:lnTo>
                  <a:lnTo>
                    <a:pt x="1124176" y="164429"/>
                  </a:lnTo>
                  <a:lnTo>
                    <a:pt x="1103950" y="160364"/>
                  </a:lnTo>
                  <a:lnTo>
                    <a:pt x="1121673" y="72183"/>
                  </a:lnTo>
                  <a:lnTo>
                    <a:pt x="1073910" y="137159"/>
                  </a:lnTo>
                  <a:lnTo>
                    <a:pt x="1058119" y="133985"/>
                  </a:lnTo>
                  <a:lnTo>
                    <a:pt x="1039170" y="55600"/>
                  </a:lnTo>
                  <a:lnTo>
                    <a:pt x="1021446" y="143781"/>
                  </a:lnTo>
                  <a:lnTo>
                    <a:pt x="1001220" y="139716"/>
                  </a:lnTo>
                  <a:close/>
                  <a:moveTo>
                    <a:pt x="672450" y="5671"/>
                  </a:moveTo>
                  <a:lnTo>
                    <a:pt x="674604" y="22911"/>
                  </a:lnTo>
                  <a:lnTo>
                    <a:pt x="615342" y="30314"/>
                  </a:lnTo>
                  <a:lnTo>
                    <a:pt x="619538" y="63896"/>
                  </a:lnTo>
                  <a:lnTo>
                    <a:pt x="670718" y="57502"/>
                  </a:lnTo>
                  <a:lnTo>
                    <a:pt x="672849" y="74562"/>
                  </a:lnTo>
                  <a:lnTo>
                    <a:pt x="621669" y="80956"/>
                  </a:lnTo>
                  <a:lnTo>
                    <a:pt x="626739" y="121541"/>
                  </a:lnTo>
                  <a:lnTo>
                    <a:pt x="686000" y="114137"/>
                  </a:lnTo>
                  <a:lnTo>
                    <a:pt x="688154" y="131377"/>
                  </a:lnTo>
                  <a:lnTo>
                    <a:pt x="608421" y="141338"/>
                  </a:lnTo>
                  <a:lnTo>
                    <a:pt x="592717" y="15632"/>
                  </a:lnTo>
                  <a:close/>
                  <a:moveTo>
                    <a:pt x="904762" y="2998"/>
                  </a:moveTo>
                  <a:lnTo>
                    <a:pt x="984728" y="10875"/>
                  </a:lnTo>
                  <a:lnTo>
                    <a:pt x="983025" y="28165"/>
                  </a:lnTo>
                  <a:lnTo>
                    <a:pt x="923591" y="22311"/>
                  </a:lnTo>
                  <a:lnTo>
                    <a:pt x="920274" y="55990"/>
                  </a:lnTo>
                  <a:lnTo>
                    <a:pt x="971603" y="61046"/>
                  </a:lnTo>
                  <a:lnTo>
                    <a:pt x="969918" y="78156"/>
                  </a:lnTo>
                  <a:lnTo>
                    <a:pt x="918588" y="73100"/>
                  </a:lnTo>
                  <a:lnTo>
                    <a:pt x="914579" y="113803"/>
                  </a:lnTo>
                  <a:lnTo>
                    <a:pt x="974014" y="119657"/>
                  </a:lnTo>
                  <a:lnTo>
                    <a:pt x="972311" y="136947"/>
                  </a:lnTo>
                  <a:lnTo>
                    <a:pt x="892345" y="129071"/>
                  </a:lnTo>
                  <a:close/>
                  <a:moveTo>
                    <a:pt x="764338" y="0"/>
                  </a:moveTo>
                  <a:lnTo>
                    <a:pt x="806142" y="301"/>
                  </a:lnTo>
                  <a:cubicBezTo>
                    <a:pt x="821223" y="409"/>
                    <a:pt x="833540" y="3122"/>
                    <a:pt x="843093" y="8440"/>
                  </a:cubicBezTo>
                  <a:cubicBezTo>
                    <a:pt x="852647" y="13757"/>
                    <a:pt x="859682" y="21198"/>
                    <a:pt x="864198" y="30762"/>
                  </a:cubicBezTo>
                  <a:cubicBezTo>
                    <a:pt x="868714" y="40326"/>
                    <a:pt x="870925" y="51502"/>
                    <a:pt x="870833" y="64291"/>
                  </a:cubicBezTo>
                  <a:cubicBezTo>
                    <a:pt x="870738" y="77562"/>
                    <a:pt x="868213" y="88915"/>
                    <a:pt x="863258" y="98351"/>
                  </a:cubicBezTo>
                  <a:cubicBezTo>
                    <a:pt x="858304" y="107786"/>
                    <a:pt x="850983" y="114943"/>
                    <a:pt x="841295" y="119820"/>
                  </a:cubicBezTo>
                  <a:cubicBezTo>
                    <a:pt x="831608" y="124697"/>
                    <a:pt x="819586" y="127083"/>
                    <a:pt x="805229" y="126980"/>
                  </a:cubicBezTo>
                  <a:lnTo>
                    <a:pt x="763425" y="126679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AU" sz="1200" dirty="0">
                <a:solidFill>
                  <a:sysClr val="windowText" lastClr="000000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A08D723E-6FFA-76B9-8C0E-8CE762AD5F7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76B49594-1A30-4309-A192-250D70786054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B0190-CA91-3354-46BA-F5B9643E63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292" y="3892961"/>
            <a:ext cx="3497262" cy="14351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latin typeface="Rethink Sans" pitchFamily="2" charset="77"/>
                <a:sym typeface="Rethink Sans"/>
              </a:rPr>
              <a:t>Strategies shaped </a:t>
            </a:r>
            <a:br>
              <a:rPr lang="en-US" sz="2400" dirty="0">
                <a:latin typeface="Rethink Sans" pitchFamily="2" charset="77"/>
                <a:sym typeface="Rethink Sans"/>
              </a:rPr>
            </a:br>
            <a:r>
              <a:rPr lang="en-US" sz="2400" dirty="0">
                <a:latin typeface="Rethink Sans" pitchFamily="2" charset="77"/>
                <a:sym typeface="Rethink Sans"/>
              </a:rPr>
              <a:t>by your consumers' true motivations –</a:t>
            </a:r>
            <a:br>
              <a:rPr lang="en-US" sz="2400" dirty="0">
                <a:latin typeface="Rethink Sans" pitchFamily="2" charset="77"/>
                <a:sym typeface="Rethink Sans"/>
              </a:rPr>
            </a:br>
            <a:r>
              <a:rPr lang="en-US" sz="2400" i="1" dirty="0"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not assumptions.</a:t>
            </a:r>
          </a:p>
          <a:p>
            <a:pPr lvl="0"/>
            <a:endParaRPr lang="en-AU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BABF3ED-2F95-9BFE-E6AC-41D84A9DD2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1338" y="695325"/>
            <a:ext cx="2949575" cy="2203450"/>
          </a:xfrm>
        </p:spPr>
        <p:txBody>
          <a:bodyPr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  <a:lvl2pPr>
              <a:defRPr sz="4400">
                <a:solidFill>
                  <a:schemeClr val="bg1"/>
                </a:solidFill>
                <a:latin typeface="+mj-lt"/>
              </a:defRPr>
            </a:lvl2pPr>
            <a:lvl3pPr>
              <a:defRPr sz="4400">
                <a:solidFill>
                  <a:schemeClr val="bg1"/>
                </a:solidFill>
                <a:latin typeface="+mj-lt"/>
              </a:defRPr>
            </a:lvl3pPr>
            <a:lvl4pPr>
              <a:defRPr sz="4400">
                <a:solidFill>
                  <a:schemeClr val="bg1"/>
                </a:solidFill>
                <a:latin typeface="+mj-lt"/>
              </a:defRPr>
            </a:lvl4pPr>
            <a:lvl5pPr>
              <a:defRPr sz="4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Our Planning Approach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64982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hree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DA35C5-1ABB-D7E2-3DAE-D6E35A7127F4}"/>
              </a:ext>
            </a:extLst>
          </p:cNvPr>
          <p:cNvSpPr/>
          <p:nvPr userDrawn="1"/>
        </p:nvSpPr>
        <p:spPr>
          <a:xfrm>
            <a:off x="0" y="3473464"/>
            <a:ext cx="12192000" cy="3384535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775BE431-0612-A5B0-E4F7-D0E4FC6E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335" y="519489"/>
            <a:ext cx="3833711" cy="1435099"/>
          </a:xfrm>
        </p:spPr>
        <p:txBody>
          <a:bodyPr/>
          <a:lstStyle/>
          <a:p>
            <a:r>
              <a:rPr lang="en-US" sz="4400" dirty="0"/>
              <a:t>How we deliver </a:t>
            </a:r>
            <a:r>
              <a:rPr lang="en-US" sz="4400" dirty="0">
                <a:solidFill>
                  <a:schemeClr val="tx2"/>
                </a:solidFill>
              </a:rPr>
              <a:t>results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EC1040-771E-717D-4299-0EECF6AB4B02}"/>
              </a:ext>
            </a:extLst>
          </p:cNvPr>
          <p:cNvGrpSpPr/>
          <p:nvPr userDrawn="1"/>
        </p:nvGrpSpPr>
        <p:grpSpPr>
          <a:xfrm rot="16200000">
            <a:off x="6614195" y="3806298"/>
            <a:ext cx="266401" cy="266401"/>
            <a:chOff x="6083108" y="548192"/>
            <a:chExt cx="371147" cy="37114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F0F023-9FB1-04E0-E016-6FE30B7BD890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rgbClr val="FFFFFF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5" name="Triangle 10">
              <a:extLst>
                <a:ext uri="{FF2B5EF4-FFF2-40B4-BE49-F238E27FC236}">
                  <a16:creationId xmlns:a16="http://schemas.microsoft.com/office/drawing/2014/main" id="{A893C352-E248-DED7-3992-5F740CC8CDC6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3B6B8C-7F07-2629-82CF-3AFCD16F9F35}"/>
              </a:ext>
            </a:extLst>
          </p:cNvPr>
          <p:cNvGrpSpPr/>
          <p:nvPr userDrawn="1"/>
        </p:nvGrpSpPr>
        <p:grpSpPr>
          <a:xfrm rot="16200000">
            <a:off x="8445158" y="3806297"/>
            <a:ext cx="266401" cy="266401"/>
            <a:chOff x="6083108" y="548192"/>
            <a:chExt cx="371147" cy="37114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249638A-62E3-CEE7-B910-4077FF9E0C5F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rgbClr val="FFFFFF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8" name="Triangle 10">
              <a:extLst>
                <a:ext uri="{FF2B5EF4-FFF2-40B4-BE49-F238E27FC236}">
                  <a16:creationId xmlns:a16="http://schemas.microsoft.com/office/drawing/2014/main" id="{87F60F13-E162-A407-24B8-1000D2C004E4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7BA20F-C151-D044-3296-A928F4B67B36}"/>
              </a:ext>
            </a:extLst>
          </p:cNvPr>
          <p:cNvGrpSpPr/>
          <p:nvPr userDrawn="1"/>
        </p:nvGrpSpPr>
        <p:grpSpPr>
          <a:xfrm rot="16200000">
            <a:off x="10276121" y="3806297"/>
            <a:ext cx="266401" cy="266401"/>
            <a:chOff x="6083108" y="548192"/>
            <a:chExt cx="371147" cy="37114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82EF7A5-5076-F866-CA9D-870521B73C08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rgbClr val="FFFFFF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23" name="Triangle 10">
              <a:extLst>
                <a:ext uri="{FF2B5EF4-FFF2-40B4-BE49-F238E27FC236}">
                  <a16:creationId xmlns:a16="http://schemas.microsoft.com/office/drawing/2014/main" id="{9D09FCB8-33EA-E7FD-4CBC-34CD965F8F3D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7C03E015-85C9-EB75-0B25-44E312AABA68}"/>
              </a:ext>
            </a:extLst>
          </p:cNvPr>
          <p:cNvSpPr/>
          <p:nvPr userDrawn="1"/>
        </p:nvSpPr>
        <p:spPr>
          <a:xfrm>
            <a:off x="-475845" y="391236"/>
            <a:ext cx="5928791" cy="5928791"/>
          </a:xfrm>
          <a:prstGeom prst="ellipse">
            <a:avLst/>
          </a:prstGeom>
          <a:gradFill flip="none" rotWithShape="1"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DE11DAFC-1D64-7884-DEE7-44CF624179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784225"/>
            <a:ext cx="5969000" cy="450532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endParaRPr lang="en-AU" dirty="0"/>
          </a:p>
        </p:txBody>
      </p:sp>
      <p:pic>
        <p:nvPicPr>
          <p:cNvPr id="42" name="Picture 41" descr="A black and white logo&#10;&#10;AI-generated content may be incorrect.">
            <a:extLst>
              <a:ext uri="{FF2B5EF4-FFF2-40B4-BE49-F238E27FC236}">
                <a16:creationId xmlns:a16="http://schemas.microsoft.com/office/drawing/2014/main" id="{2E50408B-DE3C-0E6D-138C-65FCDF8FA1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F7A2106-5AC2-C9B2-8404-DF3DC51794AA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1A315-80E8-C7BD-56E3-91BB60C952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335" y="2056153"/>
            <a:ext cx="4532313" cy="15382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latin typeface="Rethink Sans" pitchFamily="2" charset="77"/>
                <a:sym typeface="Rethink Sans"/>
              </a:rPr>
              <a:t>Clear visibility of your investments in real-time, </a:t>
            </a:r>
            <a:r>
              <a:rPr lang="en-US" sz="2800" i="1" dirty="0"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actionable insights.</a:t>
            </a:r>
          </a:p>
          <a:p>
            <a:pPr lvl="0"/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F5C71F-99A6-573E-F30B-0A7735281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2335" y="4194222"/>
            <a:ext cx="1629491" cy="220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defTabSz="1219169" hangingPunct="0">
              <a:defRPr/>
            </a:pPr>
            <a:r>
              <a:rPr lang="en-US" sz="1400" b="1" kern="0" dirty="0" err="1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AssembledView</a:t>
            </a:r>
            <a:r>
              <a:rPr lang="en-US" sz="1400" b="1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: </a:t>
            </a:r>
          </a:p>
          <a:p>
            <a:pPr defTabSz="1219169" hangingPunct="0"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Proprietary tracking system integrating 30+ data sources into one actionable dashboard.</a:t>
            </a:r>
          </a:p>
          <a:p>
            <a:pPr lvl="0"/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13F5500-64C4-A9B0-47F3-31DB5DBE34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6809" y="4194222"/>
            <a:ext cx="1629491" cy="220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defTabSz="1219169" hangingPunct="0">
              <a:defRPr/>
            </a:pPr>
            <a:r>
              <a:rPr lang="en-US" sz="1400" b="1" kern="0" dirty="0" err="1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AssembledView</a:t>
            </a:r>
            <a:r>
              <a:rPr lang="en-US" sz="1400" b="1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: </a:t>
            </a:r>
          </a:p>
          <a:p>
            <a:pPr defTabSz="1219169" hangingPunct="0"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Proprietary tracking system integrating 30+ data sources into one actionable dashboard.</a:t>
            </a:r>
          </a:p>
          <a:p>
            <a:pPr lvl="0"/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CCB2474-0479-8895-5070-EBB4F3F76F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21283" y="4194222"/>
            <a:ext cx="1629491" cy="220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defTabSz="1219169" hangingPunct="0">
              <a:defRPr/>
            </a:pPr>
            <a:r>
              <a:rPr lang="en-US" sz="1400" b="1" kern="0" dirty="0" err="1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AssembledView</a:t>
            </a:r>
            <a:r>
              <a:rPr lang="en-US" sz="1400" b="1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: </a:t>
            </a:r>
          </a:p>
          <a:p>
            <a:pPr defTabSz="1219169" hangingPunct="0"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+mj-lt"/>
                <a:cs typeface="+mj-lt"/>
              </a:rPr>
              <a:t>Proprietary tracking system integrating 30+ data sources into one actionable dashboard.</a:t>
            </a:r>
          </a:p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7832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4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FBABB06-E4FD-BA4A-C208-F958FFA857A8}"/>
              </a:ext>
            </a:extLst>
          </p:cNvPr>
          <p:cNvSpPr/>
          <p:nvPr/>
        </p:nvSpPr>
        <p:spPr>
          <a:xfrm>
            <a:off x="-6351" y="-43993"/>
            <a:ext cx="3443288" cy="348047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F16BE6-D35B-DF1A-69AA-D210F2A47F2A}"/>
              </a:ext>
            </a:extLst>
          </p:cNvPr>
          <p:cNvSpPr/>
          <p:nvPr/>
        </p:nvSpPr>
        <p:spPr>
          <a:xfrm>
            <a:off x="3436937" y="-43993"/>
            <a:ext cx="3443288" cy="3480471"/>
          </a:xfrm>
          <a:prstGeom prst="rect">
            <a:avLst/>
          </a:prstGeom>
          <a:solidFill>
            <a:srgbClr val="000000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2918A4-14DF-13CE-AF96-1E16D7E248B2}"/>
              </a:ext>
            </a:extLst>
          </p:cNvPr>
          <p:cNvSpPr/>
          <p:nvPr userDrawn="1"/>
        </p:nvSpPr>
        <p:spPr>
          <a:xfrm>
            <a:off x="3436937" y="3436479"/>
            <a:ext cx="3443288" cy="3465513"/>
          </a:xfrm>
          <a:prstGeom prst="rect">
            <a:avLst/>
          </a:prstGeom>
          <a:solidFill>
            <a:schemeClr val="tx2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5E0F91-A9DF-F004-7297-2C907940F3B9}"/>
              </a:ext>
            </a:extLst>
          </p:cNvPr>
          <p:cNvSpPr/>
          <p:nvPr userDrawn="1"/>
        </p:nvSpPr>
        <p:spPr>
          <a:xfrm>
            <a:off x="-6351" y="3436479"/>
            <a:ext cx="3443288" cy="3465513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5CC7CC9-413A-C201-1135-E543A2474C6F}"/>
              </a:ext>
            </a:extLst>
          </p:cNvPr>
          <p:cNvSpPr/>
          <p:nvPr/>
        </p:nvSpPr>
        <p:spPr>
          <a:xfrm>
            <a:off x="2498878" y="2542508"/>
            <a:ext cx="1876117" cy="1876117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5500" hangingPunct="0"/>
            <a:endParaRPr lang="en-US" sz="1200" dirty="0">
              <a:solidFill>
                <a:sysClr val="windowText" lastClr="000000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4D9F40-7E6F-5215-BF14-60EB75B4C8DC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552368" y="809787"/>
            <a:ext cx="912834" cy="915991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96027-800C-83CC-31B2-9FEEC44B7AF5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552368" y="4043980"/>
            <a:ext cx="912834" cy="915991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AFE22FF-F518-4E05-1DA1-03F3D689236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5555255" y="809787"/>
            <a:ext cx="912834" cy="915991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66C5D6A-637B-98BD-86C6-4818125ABEF6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555255" y="4043980"/>
            <a:ext cx="912834" cy="915991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89A89EB-A0AF-3640-66DA-39A7F7D009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80519" y="2971004"/>
            <a:ext cx="912834" cy="915991"/>
          </a:xfrm>
          <a:prstGeom prst="ellipse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163D9BF-DA76-F890-4647-914A86186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77150" y="3850651"/>
            <a:ext cx="3443288" cy="1250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latin typeface="Rethink Sans" pitchFamily="2" charset="77"/>
                <a:sym typeface="Helvetica"/>
              </a:rPr>
              <a:t>A partnership defined by </a:t>
            </a:r>
            <a:r>
              <a:rPr lang="en-US" sz="2400" i="1" dirty="0"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Helvetica"/>
              </a:rPr>
              <a:t>seniority</a:t>
            </a:r>
            <a:r>
              <a:rPr lang="en-US" sz="2400" dirty="0">
                <a:latin typeface="Rethink Sans" pitchFamily="2" charset="77"/>
                <a:sym typeface="Helvetica"/>
              </a:rPr>
              <a:t>, </a:t>
            </a:r>
            <a:r>
              <a:rPr lang="en-US" sz="2400" i="1" dirty="0"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Helvetica"/>
              </a:rPr>
              <a:t>accountability</a:t>
            </a:r>
            <a:r>
              <a:rPr lang="en-US" sz="2400" dirty="0">
                <a:latin typeface="Rethink Sans" pitchFamily="2" charset="77"/>
                <a:sym typeface="Helvetica"/>
              </a:rPr>
              <a:t>, and </a:t>
            </a:r>
            <a:r>
              <a:rPr lang="en-US" sz="2400" i="1" dirty="0"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  <a:sym typeface="Helvetica"/>
              </a:rPr>
              <a:t>true collaboration</a:t>
            </a:r>
            <a:r>
              <a:rPr lang="en-US" sz="2400" dirty="0">
                <a:latin typeface="Rethink Sans" pitchFamily="2" charset="77"/>
                <a:sym typeface="Helvetica"/>
              </a:rPr>
              <a:t>.</a:t>
            </a:r>
          </a:p>
          <a:p>
            <a:pPr lvl="0"/>
            <a:endParaRPr lang="en-AU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ED27383-A3FC-9433-EAEE-E91F66F7CA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7150" y="1076323"/>
            <a:ext cx="3587432" cy="2352676"/>
          </a:xfrm>
        </p:spPr>
        <p:txBody>
          <a:bodyPr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4400" dirty="0"/>
              <a:t>What clients </a:t>
            </a:r>
            <a:br>
              <a:rPr lang="en-US" sz="4400" dirty="0"/>
            </a:br>
            <a:r>
              <a:rPr lang="en-US" sz="4400" dirty="0"/>
              <a:t>can </a:t>
            </a:r>
            <a:r>
              <a:rPr lang="en-US" sz="4400" dirty="0">
                <a:solidFill>
                  <a:schemeClr val="tx2"/>
                </a:solidFill>
              </a:rPr>
              <a:t>expect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60021D0-ED7C-BC6B-A294-3F6FECB964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2368" y="1866565"/>
            <a:ext cx="1755693" cy="90896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l">
              <a:buNone/>
              <a:defRPr sz="1600">
                <a:solidFill>
                  <a:schemeClr val="bg1"/>
                </a:solidFill>
              </a:defRPr>
            </a:lvl2pPr>
            <a:lvl3pPr marL="914400" indent="0" algn="l">
              <a:buNone/>
              <a:defRPr sz="16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dirty="0"/>
              <a:t>Seniority </a:t>
            </a:r>
          </a:p>
          <a:p>
            <a:pPr lvl="0"/>
            <a:r>
              <a:rPr lang="en-AU" dirty="0"/>
              <a:t>Lets talk about something here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F49324DA-7F28-C919-9D36-27F8B1C66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68" y="5169235"/>
            <a:ext cx="1755693" cy="90896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l">
              <a:buNone/>
              <a:defRPr sz="1600">
                <a:solidFill>
                  <a:schemeClr val="bg1"/>
                </a:solidFill>
              </a:defRPr>
            </a:lvl2pPr>
            <a:lvl3pPr marL="914400" indent="0" algn="l">
              <a:buNone/>
              <a:defRPr sz="16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dirty="0"/>
              <a:t>Seniority </a:t>
            </a:r>
          </a:p>
          <a:p>
            <a:pPr lvl="0"/>
            <a:r>
              <a:rPr lang="en-AU" dirty="0"/>
              <a:t>Lets talk about something here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0AE5C62E-A64A-DB7C-CA91-3FB7847179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9763" y="1866565"/>
            <a:ext cx="1755693" cy="908965"/>
          </a:xfrm>
        </p:spPr>
        <p:txBody>
          <a:bodyPr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 algn="l">
              <a:buNone/>
              <a:defRPr sz="1600">
                <a:solidFill>
                  <a:schemeClr val="bg1"/>
                </a:solidFill>
              </a:defRPr>
            </a:lvl2pPr>
            <a:lvl3pPr marL="914400" indent="0" algn="l">
              <a:buNone/>
              <a:defRPr sz="16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dirty="0"/>
              <a:t>Seniority </a:t>
            </a:r>
          </a:p>
          <a:p>
            <a:pPr lvl="0"/>
            <a:r>
              <a:rPr lang="en-AU" dirty="0"/>
              <a:t>Lets talk about something here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7814714A-05F0-76D6-1740-CADE6905F5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9763" y="5168992"/>
            <a:ext cx="1755693" cy="908965"/>
          </a:xfrm>
        </p:spPr>
        <p:txBody>
          <a:bodyPr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 algn="l">
              <a:buNone/>
              <a:defRPr sz="1600">
                <a:solidFill>
                  <a:schemeClr val="bg1"/>
                </a:solidFill>
              </a:defRPr>
            </a:lvl2pPr>
            <a:lvl3pPr marL="914400" indent="0" algn="l">
              <a:buNone/>
              <a:defRPr sz="1600">
                <a:solidFill>
                  <a:schemeClr val="bg1"/>
                </a:solidFill>
              </a:defRPr>
            </a:lvl3pPr>
            <a:lvl4pPr marL="1371600" indent="0" algn="l">
              <a:buNone/>
              <a:defRPr sz="1600">
                <a:solidFill>
                  <a:schemeClr val="bg1"/>
                </a:solidFill>
              </a:defRPr>
            </a:lvl4pPr>
            <a:lvl5pPr marL="1828800" indent="0" algn="l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dirty="0"/>
              <a:t>Seniority </a:t>
            </a:r>
          </a:p>
          <a:p>
            <a:pPr lvl="0"/>
            <a:r>
              <a:rPr lang="en-AU" dirty="0"/>
              <a:t>Lets talk about something here</a:t>
            </a:r>
          </a:p>
        </p:txBody>
      </p:sp>
      <p:pic>
        <p:nvPicPr>
          <p:cNvPr id="46" name="Picture 45" descr="A black and white logo&#10;&#10;AI-generated content may be incorrect.">
            <a:extLst>
              <a:ext uri="{FF2B5EF4-FFF2-40B4-BE49-F238E27FC236}">
                <a16:creationId xmlns:a16="http://schemas.microsoft.com/office/drawing/2014/main" id="{E52AAE83-47DB-3674-233E-A4424DBBD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446500F7-FC7A-9091-215D-5F8B85444C66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707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solidFill>
            <a:srgbClr val="0F1D1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chemeClr val="bg1"/>
              </a:solidFill>
              <a:latin typeface="+mj-lt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CAF9DEB1-7C30-C274-D0D1-4EA338476A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  <p:sp>
        <p:nvSpPr>
          <p:cNvPr id="81" name="Content Placeholder 80">
            <a:extLst>
              <a:ext uri="{FF2B5EF4-FFF2-40B4-BE49-F238E27FC236}">
                <a16:creationId xmlns:a16="http://schemas.microsoft.com/office/drawing/2014/main" id="{EC3A242B-842C-D24C-44BD-462B40EB9F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9618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ext Placeholder 78">
            <a:extLst>
              <a:ext uri="{FF2B5EF4-FFF2-40B4-BE49-F238E27FC236}">
                <a16:creationId xmlns:a16="http://schemas.microsoft.com/office/drawing/2014/main" id="{3EED6AB6-9983-FE4D-40B6-643D76AAC3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  <p:sp>
        <p:nvSpPr>
          <p:cNvPr id="3" name="Content Placeholder 80">
            <a:extLst>
              <a:ext uri="{FF2B5EF4-FFF2-40B4-BE49-F238E27FC236}">
                <a16:creationId xmlns:a16="http://schemas.microsoft.com/office/drawing/2014/main" id="{8312606B-D9BA-6C83-D939-8C8F37F606B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818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ext Placeholder 78">
            <a:extLst>
              <a:ext uri="{FF2B5EF4-FFF2-40B4-BE49-F238E27FC236}">
                <a16:creationId xmlns:a16="http://schemas.microsoft.com/office/drawing/2014/main" id="{594EEE59-165E-9BC1-BBA7-481CE15F5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  <p:sp>
        <p:nvSpPr>
          <p:cNvPr id="7" name="Content Placeholder 80">
            <a:extLst>
              <a:ext uri="{FF2B5EF4-FFF2-40B4-BE49-F238E27FC236}">
                <a16:creationId xmlns:a16="http://schemas.microsoft.com/office/drawing/2014/main" id="{5CBFC9A8-D816-2B9E-C1E6-69ADA38D47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510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chemeClr val="bg1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80">
            <a:extLst>
              <a:ext uri="{FF2B5EF4-FFF2-40B4-BE49-F238E27FC236}">
                <a16:creationId xmlns:a16="http://schemas.microsoft.com/office/drawing/2014/main" id="{3D69DE49-4735-E505-5D03-27F37CC843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Text Placeholder 78">
            <a:extLst>
              <a:ext uri="{FF2B5EF4-FFF2-40B4-BE49-F238E27FC236}">
                <a16:creationId xmlns:a16="http://schemas.microsoft.com/office/drawing/2014/main" id="{18B6D535-94F9-330D-86C0-A8D24ABD52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</p:spTree>
    <p:extLst>
      <p:ext uri="{BB962C8B-B14F-4D97-AF65-F5344CB8AC3E}">
        <p14:creationId xmlns:p14="http://schemas.microsoft.com/office/powerpoint/2010/main" val="1159489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ext Placeholder 78">
            <a:extLst>
              <a:ext uri="{FF2B5EF4-FFF2-40B4-BE49-F238E27FC236}">
                <a16:creationId xmlns:a16="http://schemas.microsoft.com/office/drawing/2014/main" id="{66D00B7E-8C65-AD1E-C753-8994ED8F0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  <p:sp>
        <p:nvSpPr>
          <p:cNvPr id="7" name="Content Placeholder 80">
            <a:extLst>
              <a:ext uri="{FF2B5EF4-FFF2-40B4-BE49-F238E27FC236}">
                <a16:creationId xmlns:a16="http://schemas.microsoft.com/office/drawing/2014/main" id="{081786D7-AA33-2B04-C85E-4A63633F95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623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95B8AC8-AF8C-94C4-72DA-D4823713A718}"/>
              </a:ext>
            </a:extLst>
          </p:cNvPr>
          <p:cNvSpPr/>
          <p:nvPr userDrawn="1"/>
        </p:nvSpPr>
        <p:spPr>
          <a:xfrm>
            <a:off x="-3192165" y="-831222"/>
            <a:ext cx="8520443" cy="8520443"/>
          </a:xfrm>
          <a:prstGeom prst="ellipse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3200" dirty="0">
              <a:solidFill>
                <a:srgbClr val="FFFFFF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4A957-1272-CC7E-A778-0C0D32C6587D}"/>
              </a:ext>
            </a:extLst>
          </p:cNvPr>
          <p:cNvSpPr txBox="1"/>
          <p:nvPr userDrawn="1"/>
        </p:nvSpPr>
        <p:spPr>
          <a:xfrm>
            <a:off x="13716000" y="1023507"/>
            <a:ext cx="102657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0" b="1" u="none" strike="noStrike" cap="none" spc="0" normalizeH="0" baseline="0" dirty="0">
              <a:ln>
                <a:noFill/>
              </a:ln>
              <a:solidFill>
                <a:srgbClr val="15261B"/>
              </a:solidFill>
              <a:effectLst/>
              <a:uFillTx/>
              <a:latin typeface="Rethink Sans SemiBold" pitchFamily="2" charset="77"/>
              <a:sym typeface="Rethink Sans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000DAC-65B6-1F38-3CC8-CB2C1273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14A8AE-61DF-CB8A-6F0D-335A1BFACE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ACAEECC-B56B-1994-6C9E-E4305F69AC2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ext Placeholder 78">
            <a:extLst>
              <a:ext uri="{FF2B5EF4-FFF2-40B4-BE49-F238E27FC236}">
                <a16:creationId xmlns:a16="http://schemas.microsoft.com/office/drawing/2014/main" id="{8CAE4301-8A63-7060-A0BA-F2FF3636D9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  <p:sp>
        <p:nvSpPr>
          <p:cNvPr id="7" name="Content Placeholder 80">
            <a:extLst>
              <a:ext uri="{FF2B5EF4-FFF2-40B4-BE49-F238E27FC236}">
                <a16:creationId xmlns:a16="http://schemas.microsoft.com/office/drawing/2014/main" id="{6D2875D2-0313-7415-B74D-C8962AA0A6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0174" y="391528"/>
            <a:ext cx="6007912" cy="5931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6960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65792E2-67ED-00FC-7E98-2085B0F11EA0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39600" y="400765"/>
            <a:ext cx="4831088" cy="5772104"/>
          </a:xfrm>
          <a:prstGeom prst="roundRect">
            <a:avLst>
              <a:gd name="adj" fmla="val 1663"/>
            </a:avLst>
          </a:prstGeom>
        </p:spPr>
        <p:txBody>
          <a:bodyPr/>
          <a:lstStyle>
            <a:lvl1pPr algn="ctr">
              <a:defRPr sz="500"/>
            </a:lvl1pPr>
          </a:lstStyle>
          <a:p>
            <a:r>
              <a:rPr lang="en-SE"/>
              <a:t>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EF51B2F-2781-3CE9-7DFE-E0AE94FDB296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8826" y="2382086"/>
            <a:ext cx="5264954" cy="3790782"/>
          </a:xfrm>
          <a:ln w="12700">
            <a:miter lim="400000"/>
          </a:ln>
        </p:spPr>
        <p:txBody>
          <a:bodyPr wrap="square" lIns="50800" tIns="50800" rIns="50800" bIns="50800" anchor="b">
            <a:noAutofit/>
          </a:bodyPr>
          <a:lstStyle>
            <a:lvl1pPr marL="0" indent="0">
              <a:buNone/>
              <a:defRPr kumimoji="0" lang="en-US" sz="2400" b="0" i="0" u="none" strike="noStrike" cap="none" spc="-9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4694A-B2D5-9067-81E7-C440760AA7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2021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AE4A00-0ADF-5856-C4C4-E475BEA40B74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1620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6FE05-A49A-43A6-ACF4-C9C9138FA28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F1D13"/>
                </a:solidFill>
                <a:effectLst/>
                <a:uLnTx/>
                <a:uFillTx/>
                <a:latin typeface="Rethink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F1D13"/>
              </a:solidFill>
              <a:effectLst/>
              <a:uLnTx/>
              <a:uFillTx/>
              <a:latin typeface="Rethink Sans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E781EE-B8DF-FE7D-F384-D8A570E08B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988758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65792E2-67ED-00FC-7E98-2085B0F11EA0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39600" y="400764"/>
            <a:ext cx="4794247" cy="5781829"/>
          </a:xfrm>
          <a:prstGeom prst="roundRect">
            <a:avLst>
              <a:gd name="adj" fmla="val 1663"/>
            </a:avLst>
          </a:prstGeom>
        </p:spPr>
        <p:txBody>
          <a:bodyPr/>
          <a:lstStyle>
            <a:lvl1pPr algn="ctr">
              <a:defRPr sz="500">
                <a:solidFill>
                  <a:schemeClr val="bg1"/>
                </a:solidFill>
              </a:defRPr>
            </a:lvl1pPr>
          </a:lstStyle>
          <a:p>
            <a:r>
              <a:rPr lang="en-SE"/>
              <a:t>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EF51B2F-2781-3CE9-7DFE-E0AE94FDB296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52302" y="2391812"/>
            <a:ext cx="5264954" cy="3790782"/>
          </a:xfrm>
          <a:ln w="12700">
            <a:miter lim="400000"/>
          </a:ln>
        </p:spPr>
        <p:txBody>
          <a:bodyPr wrap="square" lIns="50800" tIns="50800" rIns="50800" bIns="50800" anchor="b">
            <a:noAutofit/>
          </a:bodyPr>
          <a:lstStyle>
            <a:lvl1pPr marL="0" indent="0">
              <a:buNone/>
              <a:defRPr kumimoji="0" lang="en-US" sz="2400" b="0" i="0" u="none" strike="noStrike" cap="none" spc="-9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63FC7F82-B62F-5D38-8B73-DFE2440F9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7BC19C-35E9-4117-B562-334F03DDCBB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6FE05-A49A-43A6-ACF4-C9C9138FA28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/>
              <a:ea typeface="+mn-ea"/>
              <a:cs typeface="+mn-cs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297F06-ABA2-AC03-E23C-E087B64957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7614204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wo Thing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6" y="400141"/>
            <a:ext cx="7909374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8A9E7A6A-F604-83F6-2651-AFC9BB37BB8D}"/>
              </a:ext>
            </a:extLst>
          </p:cNvPr>
          <p:cNvSpPr/>
          <p:nvPr userDrawn="1"/>
        </p:nvSpPr>
        <p:spPr>
          <a:xfrm>
            <a:off x="6170268" y="2412743"/>
            <a:ext cx="5500422" cy="3699299"/>
          </a:xfrm>
          <a:prstGeom prst="roundRect">
            <a:avLst>
              <a:gd name="adj" fmla="val 2279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rtl="0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 dirty="0"/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CAA65DEE-DBC4-2B68-385D-0434677DD25D}"/>
              </a:ext>
            </a:extLst>
          </p:cNvPr>
          <p:cNvSpPr/>
          <p:nvPr userDrawn="1"/>
        </p:nvSpPr>
        <p:spPr>
          <a:xfrm>
            <a:off x="548826" y="2409793"/>
            <a:ext cx="5475701" cy="3702174"/>
          </a:xfrm>
          <a:prstGeom prst="roundRect">
            <a:avLst>
              <a:gd name="adj" fmla="val 2343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5387" y="2518359"/>
            <a:ext cx="5172052" cy="762003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9A79A7-D8D9-C25D-A5A7-05307C4D2B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414" y="2518359"/>
            <a:ext cx="5169188" cy="109440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50% experience frequent downtimes, disrupting daily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FD840-90B9-C96D-FC31-355F0E47F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0633C9-6306-7E52-8764-4B409C0125DF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0684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wo Things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7C4C5EB2-AA11-96B2-5814-632EDA616553}"/>
              </a:ext>
            </a:extLst>
          </p:cNvPr>
          <p:cNvSpPr/>
          <p:nvPr userDrawn="1"/>
        </p:nvSpPr>
        <p:spPr>
          <a:xfrm>
            <a:off x="6170268" y="2412743"/>
            <a:ext cx="5500422" cy="3675233"/>
          </a:xfrm>
          <a:prstGeom prst="roundRect">
            <a:avLst>
              <a:gd name="adj" fmla="val 2279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rtl="0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 dirty="0"/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F1523D41-C670-B2F3-0EA2-6056759C6128}"/>
              </a:ext>
            </a:extLst>
          </p:cNvPr>
          <p:cNvSpPr/>
          <p:nvPr userDrawn="1"/>
        </p:nvSpPr>
        <p:spPr>
          <a:xfrm>
            <a:off x="548826" y="2409793"/>
            <a:ext cx="5475701" cy="3678089"/>
          </a:xfrm>
          <a:prstGeom prst="roundRect">
            <a:avLst>
              <a:gd name="adj" fmla="val 2343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9B3E5-EF72-B713-D1F5-1AC4A74D5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28" y="387742"/>
            <a:ext cx="751592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A337DAC-CCF0-55E1-C7C7-0263C58139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7052" y="2518359"/>
            <a:ext cx="5190114" cy="762003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5F0B2BA-E820-9C3F-758D-7439DACB71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414" y="2518359"/>
            <a:ext cx="5200534" cy="109440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50% experience frequent downtimes, disrupting daily operations.</a:t>
            </a: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6884D1F6-055F-28C8-608F-E9788FC5F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8F40679-ABD1-2F21-2EB6-246DF27BE444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545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hree Thing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121A5A89-58E8-AAB6-4B2C-F72A8AA1BFB5}"/>
              </a:ext>
            </a:extLst>
          </p:cNvPr>
          <p:cNvSpPr/>
          <p:nvPr userDrawn="1"/>
        </p:nvSpPr>
        <p:spPr>
          <a:xfrm>
            <a:off x="521315" y="2409793"/>
            <a:ext cx="3539900" cy="3714281"/>
          </a:xfrm>
          <a:prstGeom prst="roundRect">
            <a:avLst>
              <a:gd name="adj" fmla="val 2739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B560C255-AADD-5EC8-1C52-E5F21A2E8407}"/>
              </a:ext>
            </a:extLst>
          </p:cNvPr>
          <p:cNvSpPr/>
          <p:nvPr userDrawn="1"/>
        </p:nvSpPr>
        <p:spPr>
          <a:xfrm>
            <a:off x="4326601" y="2409793"/>
            <a:ext cx="3538800" cy="3714281"/>
          </a:xfrm>
          <a:prstGeom prst="roundRect">
            <a:avLst>
              <a:gd name="adj" fmla="val 26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0B54778C-9A32-91C8-C2D0-15465FE38AA3}"/>
              </a:ext>
            </a:extLst>
          </p:cNvPr>
          <p:cNvSpPr/>
          <p:nvPr userDrawn="1"/>
        </p:nvSpPr>
        <p:spPr>
          <a:xfrm>
            <a:off x="8130787" y="2409793"/>
            <a:ext cx="3539901" cy="3714281"/>
          </a:xfrm>
          <a:prstGeom prst="roundRect">
            <a:avLst>
              <a:gd name="adj" fmla="val 2566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45" y="391528"/>
            <a:ext cx="7832302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15" y="251835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9118D5-AC79-5910-6ED5-DF840443A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53C7A6-E9E4-FE11-36BA-8A0DB9B2A1CE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B9F0F76-195F-C3B0-4EC7-872529CDCA1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764" y="251835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253571-6B6E-4541-562A-79481A1CB4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19089" y="2518358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</p:spTree>
    <p:extLst>
      <p:ext uri="{BB962C8B-B14F-4D97-AF65-F5344CB8AC3E}">
        <p14:creationId xmlns:p14="http://schemas.microsoft.com/office/powerpoint/2010/main" val="41991502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hree Things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9B3E5-EF72-B713-D1F5-1AC4A74D5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302" y="401721"/>
            <a:ext cx="7666786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61ACF28D-8F56-A6DD-B590-4384738D2A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0B6062-616E-1280-A463-7EEA173704E7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5FEEF862-B288-30AD-C29F-E799B24BC431}"/>
              </a:ext>
            </a:extLst>
          </p:cNvPr>
          <p:cNvSpPr/>
          <p:nvPr userDrawn="1"/>
        </p:nvSpPr>
        <p:spPr>
          <a:xfrm>
            <a:off x="521315" y="2409793"/>
            <a:ext cx="3539900" cy="3714281"/>
          </a:xfrm>
          <a:prstGeom prst="roundRect">
            <a:avLst>
              <a:gd name="adj" fmla="val 2739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B29778D2-03FE-D971-0796-E95B3D563AB5}"/>
              </a:ext>
            </a:extLst>
          </p:cNvPr>
          <p:cNvSpPr/>
          <p:nvPr userDrawn="1"/>
        </p:nvSpPr>
        <p:spPr>
          <a:xfrm>
            <a:off x="4326601" y="2409793"/>
            <a:ext cx="3538800" cy="3714281"/>
          </a:xfrm>
          <a:prstGeom prst="roundRect">
            <a:avLst>
              <a:gd name="adj" fmla="val 26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7D3335E3-C8F7-AF93-D53A-01A2D4BBF45B}"/>
              </a:ext>
            </a:extLst>
          </p:cNvPr>
          <p:cNvSpPr/>
          <p:nvPr userDrawn="1"/>
        </p:nvSpPr>
        <p:spPr>
          <a:xfrm>
            <a:off x="8130787" y="2409793"/>
            <a:ext cx="3539901" cy="3714281"/>
          </a:xfrm>
          <a:prstGeom prst="roundRect">
            <a:avLst>
              <a:gd name="adj" fmla="val 2566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DE2774C-F90D-64CB-B7D4-9FEE7D9B99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15" y="251835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CF0849C-DAB9-16D8-7A18-BA7E62306E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9764" y="251835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CD201B-F24D-42CC-9F25-13BFA60A50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19089" y="2518358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5960664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Four Thing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38" y="391528"/>
            <a:ext cx="757517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9E9E0AA2-DCAA-171F-BF16-ED5EF0B5347C}"/>
              </a:ext>
            </a:extLst>
          </p:cNvPr>
          <p:cNvSpPr/>
          <p:nvPr userDrawn="1"/>
        </p:nvSpPr>
        <p:spPr>
          <a:xfrm>
            <a:off x="8992153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B161822B-D517-FFB0-8B49-BC7286E52B5B}"/>
              </a:ext>
            </a:extLst>
          </p:cNvPr>
          <p:cNvSpPr/>
          <p:nvPr userDrawn="1"/>
        </p:nvSpPr>
        <p:spPr>
          <a:xfrm>
            <a:off x="6176814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E6594E0F-E9D8-5727-EC1C-4AB19A51D062}"/>
              </a:ext>
            </a:extLst>
          </p:cNvPr>
          <p:cNvSpPr/>
          <p:nvPr userDrawn="1"/>
        </p:nvSpPr>
        <p:spPr>
          <a:xfrm>
            <a:off x="3361476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CC188D0E-AF52-24CB-A0F4-19AEA9DD8302}"/>
              </a:ext>
            </a:extLst>
          </p:cNvPr>
          <p:cNvSpPr/>
          <p:nvPr userDrawn="1"/>
        </p:nvSpPr>
        <p:spPr>
          <a:xfrm>
            <a:off x="546138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path>
              <a:fillToRect l="50000" t="-151" r="50000" b="100151"/>
            </a:path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386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69B6F-4FFC-ECD9-F11A-F87C7BC06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43E1BD-8774-2003-0CFE-E891B7798C90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AAFACB5-1EEB-395A-4207-C4031453B18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9436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F70EA57-40A8-1585-C606-A8B3456B7A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4774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1A3E1CC-882A-2B69-CDC1-234D2EFB98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0114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6668704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Four Things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F8589617-2FBC-0CE9-595C-088A547FFE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C70879-5590-265A-DC6A-5E055F68F096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8032129-B850-DFA9-943B-F33A15F87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38" y="391528"/>
            <a:ext cx="757517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A2CFAE11-69DD-67A2-90FB-79D018FCEACC}"/>
              </a:ext>
            </a:extLst>
          </p:cNvPr>
          <p:cNvSpPr/>
          <p:nvPr userDrawn="1"/>
        </p:nvSpPr>
        <p:spPr>
          <a:xfrm>
            <a:off x="8992153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5756AB37-251D-A3D6-9115-566AB5ABC671}"/>
              </a:ext>
            </a:extLst>
          </p:cNvPr>
          <p:cNvSpPr/>
          <p:nvPr userDrawn="1"/>
        </p:nvSpPr>
        <p:spPr>
          <a:xfrm>
            <a:off x="6176814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2F6FF017-1EA3-861D-2160-098C451B22F4}"/>
              </a:ext>
            </a:extLst>
          </p:cNvPr>
          <p:cNvSpPr/>
          <p:nvPr userDrawn="1"/>
        </p:nvSpPr>
        <p:spPr>
          <a:xfrm>
            <a:off x="3361476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BC770E77-BD3F-AE9E-D883-566FB172D5F7}"/>
              </a:ext>
            </a:extLst>
          </p:cNvPr>
          <p:cNvSpPr/>
          <p:nvPr userDrawn="1"/>
        </p:nvSpPr>
        <p:spPr>
          <a:xfrm>
            <a:off x="546138" y="2409793"/>
            <a:ext cx="2678536" cy="3726310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path>
              <a:fillToRect l="50000" t="-151" r="50000" b="100151"/>
            </a:path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7E3FE758-6E07-2D42-1301-19053EBFAF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386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B9E7412A-BCA0-4A05-FAB1-06531F89A0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9436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52537D-AF2A-38F1-31CF-6DA2C3765D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4774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E189544-602E-5EC3-E0A9-414D6A4F95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0114" y="2519103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</p:spTree>
    <p:extLst>
      <p:ext uri="{BB962C8B-B14F-4D97-AF65-F5344CB8AC3E}">
        <p14:creationId xmlns:p14="http://schemas.microsoft.com/office/powerpoint/2010/main" val="12172830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wo Things with Pi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6" y="400141"/>
            <a:ext cx="7909374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8A9E7A6A-F604-83F6-2651-AFC9BB37BB8D}"/>
              </a:ext>
            </a:extLst>
          </p:cNvPr>
          <p:cNvSpPr/>
          <p:nvPr userDrawn="1"/>
        </p:nvSpPr>
        <p:spPr>
          <a:xfrm>
            <a:off x="6170268" y="4039121"/>
            <a:ext cx="5500422" cy="2072921"/>
          </a:xfrm>
          <a:prstGeom prst="roundRect">
            <a:avLst>
              <a:gd name="adj" fmla="val 2279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rtl="0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 dirty="0"/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CAA65DEE-DBC4-2B68-385D-0434677DD25D}"/>
              </a:ext>
            </a:extLst>
          </p:cNvPr>
          <p:cNvSpPr/>
          <p:nvPr userDrawn="1"/>
        </p:nvSpPr>
        <p:spPr>
          <a:xfrm>
            <a:off x="548826" y="4037435"/>
            <a:ext cx="5475701" cy="2074532"/>
          </a:xfrm>
          <a:prstGeom prst="roundRect">
            <a:avLst>
              <a:gd name="adj" fmla="val 2343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5387" y="4166685"/>
            <a:ext cx="5172052" cy="762003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9A79A7-D8D9-C25D-A5A7-05307C4D2B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414" y="4166685"/>
            <a:ext cx="5169188" cy="109440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50% experience frequent downtimes, disrupting daily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FD840-90B9-C96D-FC31-355F0E47F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0633C9-6306-7E52-8764-4B409C0125DF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E780B-2DB2-CF25-EF31-ED681150355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49275" y="1684338"/>
            <a:ext cx="5475288" cy="2249487"/>
          </a:xfrm>
        </p:spPr>
        <p:txBody>
          <a:bodyPr/>
          <a:lstStyle/>
          <a:p>
            <a:endParaRPr lang="en-AU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C38BDE8-3070-A626-36EC-E48448E1C00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87067" y="1680244"/>
            <a:ext cx="5475288" cy="2249487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2848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wo Things with Pic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9B3E5-EF72-B713-D1F5-1AC4A74D5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28" y="387742"/>
            <a:ext cx="751592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6884D1F6-055F-28C8-608F-E9788FC5F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8F40679-ABD1-2F21-2EB6-246DF27BE444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8571F09-4582-6152-C2C1-ECF504C1ADAE}"/>
              </a:ext>
            </a:extLst>
          </p:cNvPr>
          <p:cNvSpPr/>
          <p:nvPr userDrawn="1"/>
        </p:nvSpPr>
        <p:spPr>
          <a:xfrm>
            <a:off x="6170268" y="4039121"/>
            <a:ext cx="5500422" cy="2072921"/>
          </a:xfrm>
          <a:prstGeom prst="roundRect">
            <a:avLst>
              <a:gd name="adj" fmla="val 2279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rtl="0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 dirty="0"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56C3EAFD-23D3-BA84-380A-BB29C2DB85A7}"/>
              </a:ext>
            </a:extLst>
          </p:cNvPr>
          <p:cNvSpPr/>
          <p:nvPr userDrawn="1"/>
        </p:nvSpPr>
        <p:spPr>
          <a:xfrm>
            <a:off x="548826" y="4037435"/>
            <a:ext cx="5475701" cy="2074532"/>
          </a:xfrm>
          <a:prstGeom prst="roundRect">
            <a:avLst>
              <a:gd name="adj" fmla="val 2343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C04215D-AB67-4902-EE5E-1246636DFF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5387" y="4166685"/>
            <a:ext cx="5172052" cy="762003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B433482-FEE5-B849-3CC8-131B59E8E0D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24414" y="4166685"/>
            <a:ext cx="5169188" cy="109440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50% experience frequent downtimes, disrupting daily operations.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B4E636C-0DEC-CC1E-1F94-42E812FE171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49275" y="1684338"/>
            <a:ext cx="5475288" cy="2249487"/>
          </a:xfrm>
        </p:spPr>
        <p:txBody>
          <a:bodyPr/>
          <a:lstStyle/>
          <a:p>
            <a:endParaRPr lang="en-AU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85B5C01-1755-E552-6FB9-B8AC671AE19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87067" y="1680244"/>
            <a:ext cx="5475288" cy="2249487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0108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hree Things with Pi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121A5A89-58E8-AAB6-4B2C-F72A8AA1BFB5}"/>
              </a:ext>
            </a:extLst>
          </p:cNvPr>
          <p:cNvSpPr/>
          <p:nvPr userDrawn="1"/>
        </p:nvSpPr>
        <p:spPr>
          <a:xfrm>
            <a:off x="521315" y="3997842"/>
            <a:ext cx="3539900" cy="2126232"/>
          </a:xfrm>
          <a:prstGeom prst="roundRect">
            <a:avLst>
              <a:gd name="adj" fmla="val 2739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B560C255-AADD-5EC8-1C52-E5F21A2E8407}"/>
              </a:ext>
            </a:extLst>
          </p:cNvPr>
          <p:cNvSpPr/>
          <p:nvPr userDrawn="1"/>
        </p:nvSpPr>
        <p:spPr>
          <a:xfrm>
            <a:off x="4326601" y="3997842"/>
            <a:ext cx="3538800" cy="2126232"/>
          </a:xfrm>
          <a:prstGeom prst="roundRect">
            <a:avLst>
              <a:gd name="adj" fmla="val 26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0B54778C-9A32-91C8-C2D0-15465FE38AA3}"/>
              </a:ext>
            </a:extLst>
          </p:cNvPr>
          <p:cNvSpPr/>
          <p:nvPr userDrawn="1"/>
        </p:nvSpPr>
        <p:spPr>
          <a:xfrm>
            <a:off x="8130787" y="3997842"/>
            <a:ext cx="3539901" cy="2126232"/>
          </a:xfrm>
          <a:prstGeom prst="roundRect">
            <a:avLst>
              <a:gd name="adj" fmla="val 2566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45" y="391528"/>
            <a:ext cx="7832302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027" y="413780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9118D5-AC79-5910-6ED5-DF840443A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53C7A6-E9E4-FE11-36BA-8A0DB9B2A1CE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B9F0F76-195F-C3B0-4EC7-872529CDCA1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45796" y="4137807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253571-6B6E-4541-562A-79481A1CB4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4501" y="4137808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5773CF5-E60C-EF32-D9A3-618CAAD6DB2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49275" y="1711325"/>
            <a:ext cx="3511550" cy="2127250"/>
          </a:xfrm>
        </p:spPr>
        <p:txBody>
          <a:bodyPr/>
          <a:lstStyle/>
          <a:p>
            <a:endParaRPr lang="en-A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F0A4031-A828-FA23-FE2E-2EFDE6F0B4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54207" y="1711325"/>
            <a:ext cx="3511550" cy="2127250"/>
          </a:xfrm>
        </p:spPr>
        <p:txBody>
          <a:bodyPr/>
          <a:lstStyle/>
          <a:p>
            <a:endParaRPr lang="en-AU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806B4FA3-ED00-79A1-3CB9-F9E74F42786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159139" y="1711325"/>
            <a:ext cx="3511550" cy="212725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7424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Three Things with Pic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9B3E5-EF72-B713-D1F5-1AC4A74D5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302" y="401721"/>
            <a:ext cx="7666786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61ACF28D-8F56-A6DD-B590-4384738D2A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0B6062-616E-1280-A463-7EEA173704E7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1" name="Rounded Rectangle">
            <a:extLst>
              <a:ext uri="{FF2B5EF4-FFF2-40B4-BE49-F238E27FC236}">
                <a16:creationId xmlns:a16="http://schemas.microsoft.com/office/drawing/2014/main" id="{6D949DF7-01A3-EBF4-30F4-673BA0EC60F2}"/>
              </a:ext>
            </a:extLst>
          </p:cNvPr>
          <p:cNvSpPr/>
          <p:nvPr userDrawn="1"/>
        </p:nvSpPr>
        <p:spPr>
          <a:xfrm>
            <a:off x="521315" y="3997842"/>
            <a:ext cx="3539900" cy="2126232"/>
          </a:xfrm>
          <a:prstGeom prst="roundRect">
            <a:avLst>
              <a:gd name="adj" fmla="val 2739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2" name="Rounded Rectangle">
            <a:extLst>
              <a:ext uri="{FF2B5EF4-FFF2-40B4-BE49-F238E27FC236}">
                <a16:creationId xmlns:a16="http://schemas.microsoft.com/office/drawing/2014/main" id="{DD0023E9-C0F8-DA00-C486-59CDF53C77E5}"/>
              </a:ext>
            </a:extLst>
          </p:cNvPr>
          <p:cNvSpPr/>
          <p:nvPr userDrawn="1"/>
        </p:nvSpPr>
        <p:spPr>
          <a:xfrm>
            <a:off x="4326601" y="3997842"/>
            <a:ext cx="3538800" cy="2126232"/>
          </a:xfrm>
          <a:prstGeom prst="roundRect">
            <a:avLst>
              <a:gd name="adj" fmla="val 26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3" name="Rounded Rectangle">
            <a:extLst>
              <a:ext uri="{FF2B5EF4-FFF2-40B4-BE49-F238E27FC236}">
                <a16:creationId xmlns:a16="http://schemas.microsoft.com/office/drawing/2014/main" id="{AEAB4871-F874-90DD-6401-AF65C926D17F}"/>
              </a:ext>
            </a:extLst>
          </p:cNvPr>
          <p:cNvSpPr/>
          <p:nvPr userDrawn="1"/>
        </p:nvSpPr>
        <p:spPr>
          <a:xfrm>
            <a:off x="8130787" y="3997842"/>
            <a:ext cx="3539901" cy="2126232"/>
          </a:xfrm>
          <a:prstGeom prst="roundRect">
            <a:avLst>
              <a:gd name="adj" fmla="val 2566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8C5B60F-DC3B-40AC-78C7-B03DF82C4A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027" y="4137809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1560D2E-5C94-5ABB-D364-0F806F83545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45796" y="4137807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A04F67C-396A-9F53-BF74-35FFC7FDDD6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4501" y="4137808"/>
            <a:ext cx="3360806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37640B7E-D5EF-A5B2-AD9B-77F1BDEA777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49275" y="1711325"/>
            <a:ext cx="3511550" cy="2127250"/>
          </a:xfrm>
        </p:spPr>
        <p:txBody>
          <a:bodyPr/>
          <a:lstStyle/>
          <a:p>
            <a:endParaRPr lang="en-AU"/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228907B-4593-7E06-64E1-DDE057B524C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54207" y="1711325"/>
            <a:ext cx="3511550" cy="2127250"/>
          </a:xfrm>
        </p:spPr>
        <p:txBody>
          <a:bodyPr/>
          <a:lstStyle/>
          <a:p>
            <a:endParaRPr lang="en-AU"/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212C7192-FE77-2DAE-5B4F-2462ABA0C01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159139" y="1711325"/>
            <a:ext cx="3511550" cy="212725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5902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Four Things with Pi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05EFCBA-404A-10A2-AFD4-94A0CE1C0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38" y="391528"/>
            <a:ext cx="757517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9E9E0AA2-DCAA-171F-BF16-ED5EF0B5347C}"/>
              </a:ext>
            </a:extLst>
          </p:cNvPr>
          <p:cNvSpPr/>
          <p:nvPr userDrawn="1"/>
        </p:nvSpPr>
        <p:spPr>
          <a:xfrm>
            <a:off x="8992153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B161822B-D517-FFB0-8B49-BC7286E52B5B}"/>
              </a:ext>
            </a:extLst>
          </p:cNvPr>
          <p:cNvSpPr/>
          <p:nvPr userDrawn="1"/>
        </p:nvSpPr>
        <p:spPr>
          <a:xfrm>
            <a:off x="6176814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E6594E0F-E9D8-5727-EC1C-4AB19A51D062}"/>
              </a:ext>
            </a:extLst>
          </p:cNvPr>
          <p:cNvSpPr/>
          <p:nvPr userDrawn="1"/>
        </p:nvSpPr>
        <p:spPr>
          <a:xfrm>
            <a:off x="3361476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CC188D0E-AF52-24CB-A0F4-19AEA9DD8302}"/>
              </a:ext>
            </a:extLst>
          </p:cNvPr>
          <p:cNvSpPr/>
          <p:nvPr userDrawn="1"/>
        </p:nvSpPr>
        <p:spPr>
          <a:xfrm>
            <a:off x="546138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path>
              <a:fillToRect l="50000" t="-151" r="50000" b="100151"/>
            </a:path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CDA8ECA-F3BA-BBFA-B05E-8C90F6B882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12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69B6F-4FFC-ECD9-F11A-F87C7BC06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43E1BD-8774-2003-0CFE-E891B7798C90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AAFACB5-1EEB-395A-4207-C4031453B18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3762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F70EA57-40A8-1585-C606-A8B3456B7A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9100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1A3E1CC-882A-2B69-CDC1-234D2EFB98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94440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8E737CC-EC3D-36F9-9C11-B76587D7F00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46100" y="1717675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FAE0F7C3-4669-7B88-10BB-D666138AC34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5802" y="1717675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6329A8BD-256F-420E-C440-ED73FA3658F2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2453" y="1717674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EF4C4260-ADEC-D1B4-B732-E40D74F48DB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92155" y="1717673"/>
            <a:ext cx="2678534" cy="218122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8964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 Four Things with Pic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F8589617-2FBC-0CE9-595C-088A547FFE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C70879-5590-265A-DC6A-5E055F68F096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8032129-B850-DFA9-943B-F33A15F87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38" y="391528"/>
            <a:ext cx="7575178" cy="92935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Clearly describe the problem or pain point that your target market is facing.</a:t>
            </a:r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E4D3A681-6F56-9B91-D7A5-5FA1A53BD420}"/>
              </a:ext>
            </a:extLst>
          </p:cNvPr>
          <p:cNvSpPr/>
          <p:nvPr userDrawn="1"/>
        </p:nvSpPr>
        <p:spPr>
          <a:xfrm>
            <a:off x="8992153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9E45F5C5-F8FD-6BD4-BFC5-728ECBAFF5D4}"/>
              </a:ext>
            </a:extLst>
          </p:cNvPr>
          <p:cNvSpPr/>
          <p:nvPr userDrawn="1"/>
        </p:nvSpPr>
        <p:spPr>
          <a:xfrm>
            <a:off x="6176814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353AFD6B-4503-04E5-4F89-F7B6AA9BC807}"/>
              </a:ext>
            </a:extLst>
          </p:cNvPr>
          <p:cNvSpPr/>
          <p:nvPr userDrawn="1"/>
        </p:nvSpPr>
        <p:spPr>
          <a:xfrm>
            <a:off x="3361476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3F16B432-73C9-5F53-1D1B-A3C749DF1049}"/>
              </a:ext>
            </a:extLst>
          </p:cNvPr>
          <p:cNvSpPr/>
          <p:nvPr userDrawn="1"/>
        </p:nvSpPr>
        <p:spPr>
          <a:xfrm>
            <a:off x="546138" y="4020275"/>
            <a:ext cx="2678536" cy="2115828"/>
          </a:xfrm>
          <a:prstGeom prst="roundRect">
            <a:avLst>
              <a:gd name="adj" fmla="val 3358"/>
            </a:avLst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path>
              <a:fillToRect l="50000" t="-151" r="50000" b="100151"/>
            </a:path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AFF8868-EC22-AD72-F2C6-7ED98CD9FF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12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4E64685-775B-35E7-92BC-72D99B69D3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63762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52DDCB1-D4FC-3720-509A-A311F8D94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9100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E34BF21-82A3-CE04-13E1-1F7AE8330A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94440" y="4160242"/>
            <a:ext cx="2462615" cy="1315553"/>
          </a:xfrm>
        </p:spPr>
        <p:txBody>
          <a:bodyPr wrap="square" anchor="t" anchorCtr="0">
            <a:spAutoFit/>
          </a:bodyPr>
          <a:lstStyle>
            <a:lvl1pPr>
              <a:lnSpc>
                <a:spcPct val="90000"/>
              </a:lnSpc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75% of users find current tools too complex to use effectively.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F63190F0-9FAC-7BEF-FC33-AA851717656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46100" y="1717675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A3CF1AC9-EEF0-D792-6BBA-CE95BCE19F3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5802" y="1717675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B2E4FC4-74A3-4369-3E83-1417AC5A47B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2453" y="1717674"/>
            <a:ext cx="2678534" cy="2181225"/>
          </a:xfrm>
        </p:spPr>
        <p:txBody>
          <a:bodyPr/>
          <a:lstStyle/>
          <a:p>
            <a:endParaRPr lang="en-AU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7B73D73D-3962-EDA8-CC46-0670C9654CC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92155" y="1717673"/>
            <a:ext cx="2678534" cy="218122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9347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1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991179B1-B67C-B79A-EF8A-189066949F36}"/>
              </a:ext>
            </a:extLst>
          </p:cNvPr>
          <p:cNvSpPr/>
          <p:nvPr userDrawn="1"/>
        </p:nvSpPr>
        <p:spPr>
          <a:xfrm>
            <a:off x="8130363" y="412499"/>
            <a:ext cx="3559506" cy="4035635"/>
          </a:xfrm>
          <a:prstGeom prst="roundRect">
            <a:avLst>
              <a:gd name="adj" fmla="val 283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820F092D-6D3F-9D53-0B11-D3B83752E815}"/>
              </a:ext>
            </a:extLst>
          </p:cNvPr>
          <p:cNvSpPr/>
          <p:nvPr userDrawn="1"/>
        </p:nvSpPr>
        <p:spPr>
          <a:xfrm>
            <a:off x="4199434" y="2401343"/>
            <a:ext cx="3793133" cy="2038351"/>
          </a:xfrm>
          <a:prstGeom prst="roundRect">
            <a:avLst>
              <a:gd name="adj" fmla="val 5266"/>
            </a:avLst>
          </a:prstGeom>
          <a:solidFill>
            <a:schemeClr val="tx2">
              <a:alpha val="91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B1886AC9-9FB9-2CEC-3232-234F45864B14}"/>
              </a:ext>
            </a:extLst>
          </p:cNvPr>
          <p:cNvSpPr/>
          <p:nvPr userDrawn="1"/>
        </p:nvSpPr>
        <p:spPr>
          <a:xfrm>
            <a:off x="8149543" y="4566487"/>
            <a:ext cx="3540326" cy="1602586"/>
          </a:xfrm>
          <a:prstGeom prst="roundRect">
            <a:avLst>
              <a:gd name="adj" fmla="val 526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EC39E379-4B52-399C-3325-1D57D2E0639B}"/>
              </a:ext>
            </a:extLst>
          </p:cNvPr>
          <p:cNvSpPr/>
          <p:nvPr userDrawn="1"/>
        </p:nvSpPr>
        <p:spPr>
          <a:xfrm>
            <a:off x="4199434" y="4566487"/>
            <a:ext cx="3793133" cy="1602586"/>
          </a:xfrm>
          <a:prstGeom prst="roundRect">
            <a:avLst>
              <a:gd name="adj" fmla="val 5266"/>
            </a:avLst>
          </a:prstGeom>
          <a:solidFill>
            <a:schemeClr val="accent1">
              <a:alpha val="77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81D926B6-C13E-595B-C9F2-3B0D55CA6D6E}"/>
              </a:ext>
            </a:extLst>
          </p:cNvPr>
          <p:cNvSpPr/>
          <p:nvPr userDrawn="1"/>
        </p:nvSpPr>
        <p:spPr>
          <a:xfrm>
            <a:off x="4199434" y="360304"/>
            <a:ext cx="3793133" cy="1931211"/>
          </a:xfrm>
          <a:prstGeom prst="roundRect">
            <a:avLst>
              <a:gd name="adj" fmla="val 526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572FB87D-28C2-8EAB-D8CE-1913B058CD25}"/>
              </a:ext>
            </a:extLst>
          </p:cNvPr>
          <p:cNvSpPr/>
          <p:nvPr userDrawn="1"/>
        </p:nvSpPr>
        <p:spPr>
          <a:xfrm>
            <a:off x="552302" y="2409827"/>
            <a:ext cx="3540328" cy="3759246"/>
          </a:xfrm>
          <a:prstGeom prst="roundRect">
            <a:avLst>
              <a:gd name="adj" fmla="val 283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10AA8B9-A036-9B9A-3E1B-AC3DCECDE55B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614910" y="2569159"/>
            <a:ext cx="3365663" cy="339580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57D175A-B126-CBDB-1A7C-C84B6822376D}"/>
              </a:ext>
            </a:extLst>
          </p:cNvPr>
          <p:cNvSpPr>
            <a:spLocks noGrp="1"/>
          </p:cNvSpPr>
          <p:nvPr>
            <p:ph type="body" sz="half" idx="41" hasCustomPrompt="1"/>
          </p:nvPr>
        </p:nvSpPr>
        <p:spPr>
          <a:xfrm>
            <a:off x="636450" y="5888171"/>
            <a:ext cx="3365663" cy="241989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ECF620D-ABCF-D4E4-2E00-394182A4FDC6}"/>
              </a:ext>
            </a:extLst>
          </p:cNvPr>
          <p:cNvSpPr>
            <a:spLocks noGrp="1"/>
          </p:cNvSpPr>
          <p:nvPr>
            <p:ph type="body" sz="half" idx="42" hasCustomPrompt="1"/>
          </p:nvPr>
        </p:nvSpPr>
        <p:spPr>
          <a:xfrm>
            <a:off x="4338865" y="480595"/>
            <a:ext cx="3515868" cy="339580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EEE05C-AA7C-5E26-F934-D7C23856B218}"/>
              </a:ext>
            </a:extLst>
          </p:cNvPr>
          <p:cNvSpPr>
            <a:spLocks noGrp="1"/>
          </p:cNvSpPr>
          <p:nvPr>
            <p:ph type="body" sz="half" idx="43" hasCustomPrompt="1"/>
          </p:nvPr>
        </p:nvSpPr>
        <p:spPr>
          <a:xfrm>
            <a:off x="4337268" y="1942386"/>
            <a:ext cx="3515868" cy="241989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DEC7510-108C-7531-2A41-635433FB3B2C}"/>
              </a:ext>
            </a:extLst>
          </p:cNvPr>
          <p:cNvSpPr>
            <a:spLocks noGrp="1"/>
          </p:cNvSpPr>
          <p:nvPr>
            <p:ph type="body" sz="half" idx="44" hasCustomPrompt="1"/>
          </p:nvPr>
        </p:nvSpPr>
        <p:spPr>
          <a:xfrm>
            <a:off x="8268198" y="480595"/>
            <a:ext cx="3289115" cy="339580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20076CC-4C96-70BE-5C69-196768C1C3AD}"/>
              </a:ext>
            </a:extLst>
          </p:cNvPr>
          <p:cNvSpPr>
            <a:spLocks noGrp="1"/>
          </p:cNvSpPr>
          <p:nvPr>
            <p:ph type="body" sz="half" idx="45" hasCustomPrompt="1"/>
          </p:nvPr>
        </p:nvSpPr>
        <p:spPr>
          <a:xfrm>
            <a:off x="4338865" y="2569159"/>
            <a:ext cx="3515868" cy="486095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None/>
              <a:defRPr kumimoji="0" lang="en-US" sz="3000" b="0" i="0" u="none" strike="noStrike" cap="none" spc="-9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1E05807-52EE-6ADB-8BE4-34D0709D90BD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4337268" y="5888171"/>
            <a:ext cx="3515868" cy="241989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AD88F66-B408-DA3D-602D-0EBC409FA6DA}"/>
              </a:ext>
            </a:extLst>
          </p:cNvPr>
          <p:cNvSpPr>
            <a:spLocks noGrp="1"/>
          </p:cNvSpPr>
          <p:nvPr>
            <p:ph type="body" sz="half" idx="47" hasCustomPrompt="1"/>
          </p:nvPr>
        </p:nvSpPr>
        <p:spPr>
          <a:xfrm>
            <a:off x="4338865" y="4725820"/>
            <a:ext cx="3515868" cy="339580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E0DBE44-FE5C-E1D3-5E8A-D572CE87D484}"/>
              </a:ext>
            </a:extLst>
          </p:cNvPr>
          <p:cNvSpPr>
            <a:spLocks noGrp="1"/>
          </p:cNvSpPr>
          <p:nvPr>
            <p:ph type="body" sz="half" idx="48" hasCustomPrompt="1"/>
          </p:nvPr>
        </p:nvSpPr>
        <p:spPr>
          <a:xfrm>
            <a:off x="8268198" y="4725820"/>
            <a:ext cx="3289115" cy="486095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3000" b="0" i="0" u="none" strike="noStrike" cap="none" spc="-9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9B0A4A-B9F9-58E4-9654-2837C1AC84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1082F15-30AB-FE1E-9A37-837D7E537D6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6FE05-A49A-43A6-ACF4-C9C9138FA28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F1D13"/>
                </a:solidFill>
                <a:effectLst/>
                <a:uLnTx/>
                <a:uFillTx/>
                <a:latin typeface="Rethink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F1D13"/>
              </a:solidFill>
              <a:effectLst/>
              <a:uLnTx/>
              <a:uFillTx/>
              <a:latin typeface="Rethink Sans"/>
              <a:ea typeface="+mn-ea"/>
              <a:cs typeface="+mn-cs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AEE14FB-9A79-78EB-3BC0-49A9AE079A8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2417124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1 –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">
            <a:extLst>
              <a:ext uri="{FF2B5EF4-FFF2-40B4-BE49-F238E27FC236}">
                <a16:creationId xmlns:a16="http://schemas.microsoft.com/office/drawing/2014/main" id="{86022F4F-4E28-6172-D82D-D0E03F37ECE3}"/>
              </a:ext>
            </a:extLst>
          </p:cNvPr>
          <p:cNvSpPr/>
          <p:nvPr userDrawn="1"/>
        </p:nvSpPr>
        <p:spPr>
          <a:xfrm>
            <a:off x="8130363" y="412499"/>
            <a:ext cx="3559506" cy="4035635"/>
          </a:xfrm>
          <a:prstGeom prst="roundRect">
            <a:avLst>
              <a:gd name="adj" fmla="val 283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9AE8BA4B-1E0F-9B9F-C7AC-3302C3307A49}"/>
              </a:ext>
            </a:extLst>
          </p:cNvPr>
          <p:cNvSpPr/>
          <p:nvPr userDrawn="1"/>
        </p:nvSpPr>
        <p:spPr>
          <a:xfrm>
            <a:off x="4199434" y="2401343"/>
            <a:ext cx="3793133" cy="2038351"/>
          </a:xfrm>
          <a:prstGeom prst="roundRect">
            <a:avLst>
              <a:gd name="adj" fmla="val 5266"/>
            </a:avLst>
          </a:prstGeom>
          <a:solidFill>
            <a:schemeClr val="tx2">
              <a:alpha val="91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C4AEE23-724C-08B7-4CA3-DC3D9E837888}"/>
              </a:ext>
            </a:extLst>
          </p:cNvPr>
          <p:cNvSpPr/>
          <p:nvPr userDrawn="1"/>
        </p:nvSpPr>
        <p:spPr>
          <a:xfrm>
            <a:off x="8149543" y="4566487"/>
            <a:ext cx="3540326" cy="1602586"/>
          </a:xfrm>
          <a:prstGeom prst="roundRect">
            <a:avLst>
              <a:gd name="adj" fmla="val 526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28AF9A6-35C7-2EAD-118F-AE6445FAACB4}"/>
              </a:ext>
            </a:extLst>
          </p:cNvPr>
          <p:cNvSpPr/>
          <p:nvPr userDrawn="1"/>
        </p:nvSpPr>
        <p:spPr>
          <a:xfrm>
            <a:off x="4199434" y="4566487"/>
            <a:ext cx="3793133" cy="1602586"/>
          </a:xfrm>
          <a:prstGeom prst="roundRect">
            <a:avLst>
              <a:gd name="adj" fmla="val 5266"/>
            </a:avLst>
          </a:prstGeom>
          <a:solidFill>
            <a:schemeClr val="accent1">
              <a:alpha val="77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D6B9FF04-DF02-F75A-8245-9E84C244F398}"/>
              </a:ext>
            </a:extLst>
          </p:cNvPr>
          <p:cNvSpPr/>
          <p:nvPr userDrawn="1"/>
        </p:nvSpPr>
        <p:spPr>
          <a:xfrm>
            <a:off x="4199434" y="360304"/>
            <a:ext cx="3793133" cy="1931211"/>
          </a:xfrm>
          <a:prstGeom prst="roundRect">
            <a:avLst>
              <a:gd name="adj" fmla="val 526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C276B77E-4111-953B-E30C-93F4C115E3A7}"/>
              </a:ext>
            </a:extLst>
          </p:cNvPr>
          <p:cNvSpPr/>
          <p:nvPr userDrawn="1"/>
        </p:nvSpPr>
        <p:spPr>
          <a:xfrm>
            <a:off x="552302" y="2409827"/>
            <a:ext cx="3540328" cy="3759246"/>
          </a:xfrm>
          <a:prstGeom prst="roundRect">
            <a:avLst>
              <a:gd name="adj" fmla="val 283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10AA8B9-A036-9B9A-3E1B-AC3DCECDE55B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652953" y="2569159"/>
            <a:ext cx="3291868" cy="339580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57D175A-B126-CBDB-1A7C-C84B6822376D}"/>
              </a:ext>
            </a:extLst>
          </p:cNvPr>
          <p:cNvSpPr>
            <a:spLocks noGrp="1"/>
          </p:cNvSpPr>
          <p:nvPr>
            <p:ph type="body" sz="half" idx="41" hasCustomPrompt="1"/>
          </p:nvPr>
        </p:nvSpPr>
        <p:spPr>
          <a:xfrm>
            <a:off x="652953" y="5886048"/>
            <a:ext cx="3291866" cy="241989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ECF620D-ABCF-D4E4-2E00-394182A4FDC6}"/>
              </a:ext>
            </a:extLst>
          </p:cNvPr>
          <p:cNvSpPr>
            <a:spLocks noGrp="1"/>
          </p:cNvSpPr>
          <p:nvPr>
            <p:ph type="body" sz="half" idx="42" hasCustomPrompt="1"/>
          </p:nvPr>
        </p:nvSpPr>
        <p:spPr>
          <a:xfrm>
            <a:off x="4338865" y="441683"/>
            <a:ext cx="3515868" cy="339580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EEE05C-AA7C-5E26-F934-D7C23856B218}"/>
              </a:ext>
            </a:extLst>
          </p:cNvPr>
          <p:cNvSpPr>
            <a:spLocks noGrp="1"/>
          </p:cNvSpPr>
          <p:nvPr>
            <p:ph type="body" sz="half" idx="43" hasCustomPrompt="1"/>
          </p:nvPr>
        </p:nvSpPr>
        <p:spPr>
          <a:xfrm>
            <a:off x="4337268" y="1942386"/>
            <a:ext cx="3515868" cy="241989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DEC7510-108C-7531-2A41-635433FB3B2C}"/>
              </a:ext>
            </a:extLst>
          </p:cNvPr>
          <p:cNvSpPr>
            <a:spLocks noGrp="1"/>
          </p:cNvSpPr>
          <p:nvPr>
            <p:ph type="body" sz="half" idx="44" hasCustomPrompt="1"/>
          </p:nvPr>
        </p:nvSpPr>
        <p:spPr>
          <a:xfrm>
            <a:off x="8278129" y="441683"/>
            <a:ext cx="3289115" cy="339580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20076CC-4C96-70BE-5C69-196768C1C3AD}"/>
              </a:ext>
            </a:extLst>
          </p:cNvPr>
          <p:cNvSpPr>
            <a:spLocks noGrp="1"/>
          </p:cNvSpPr>
          <p:nvPr>
            <p:ph type="body" sz="half" idx="45" hasCustomPrompt="1"/>
          </p:nvPr>
        </p:nvSpPr>
        <p:spPr>
          <a:xfrm>
            <a:off x="4338865" y="2569159"/>
            <a:ext cx="3515868" cy="486095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None/>
              <a:defRPr kumimoji="0" lang="en-US" sz="3000" b="0" i="0" u="none" strike="noStrike" cap="none" spc="-9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1E05807-52EE-6ADB-8BE4-34D0709D90BD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4337268" y="5886048"/>
            <a:ext cx="3515868" cy="241989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AD88F66-B408-DA3D-602D-0EBC409FA6DA}"/>
              </a:ext>
            </a:extLst>
          </p:cNvPr>
          <p:cNvSpPr>
            <a:spLocks noGrp="1"/>
          </p:cNvSpPr>
          <p:nvPr>
            <p:ph type="body" sz="half" idx="47" hasCustomPrompt="1"/>
          </p:nvPr>
        </p:nvSpPr>
        <p:spPr>
          <a:xfrm>
            <a:off x="4338865" y="4725820"/>
            <a:ext cx="3515868" cy="339580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E0DBE44-FE5C-E1D3-5E8A-D572CE87D484}"/>
              </a:ext>
            </a:extLst>
          </p:cNvPr>
          <p:cNvSpPr>
            <a:spLocks noGrp="1"/>
          </p:cNvSpPr>
          <p:nvPr>
            <p:ph type="body" sz="half" idx="48" hasCustomPrompt="1"/>
          </p:nvPr>
        </p:nvSpPr>
        <p:spPr>
          <a:xfrm>
            <a:off x="8268198" y="4725820"/>
            <a:ext cx="3289115" cy="486095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3000" b="0" i="0" u="none" strike="noStrike" cap="none" spc="-9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317F915A-4EEF-FB1D-200D-31979E914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B0D5BEB-6EE7-89AF-8365-122AB3DA20D1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6FE05-A49A-43A6-ACF4-C9C9138FA28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ethink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ethink Sans"/>
              <a:ea typeface="+mn-ea"/>
              <a:cs typeface="+mn-cs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86B22FF-D4B8-19F4-8AC1-2033A43F06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2109254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Addressable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5D3115C3-AECF-C905-8F40-36799451DE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932990" y="6633884"/>
            <a:ext cx="190758" cy="1795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292100">
              <a:lnSpc>
                <a:spcPct val="100000"/>
              </a:lnSpc>
              <a:spcBef>
                <a:spcPts val="0"/>
              </a:spcBef>
              <a:defRPr sz="5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ircle">
            <a:extLst>
              <a:ext uri="{FF2B5EF4-FFF2-40B4-BE49-F238E27FC236}">
                <a16:creationId xmlns:a16="http://schemas.microsoft.com/office/drawing/2014/main" id="{800DD08D-A420-1F82-85BF-D8515DA78ABC}"/>
              </a:ext>
            </a:extLst>
          </p:cNvPr>
          <p:cNvSpPr/>
          <p:nvPr userDrawn="1"/>
        </p:nvSpPr>
        <p:spPr>
          <a:xfrm rot="16200000">
            <a:off x="3033678" y="-1776617"/>
            <a:ext cx="10411237" cy="1041123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C57E7415-4E3C-E2C9-2A18-C7D17E1F36C5}"/>
              </a:ext>
            </a:extLst>
          </p:cNvPr>
          <p:cNvSpPr/>
          <p:nvPr userDrawn="1"/>
        </p:nvSpPr>
        <p:spPr>
          <a:xfrm rot="16200000">
            <a:off x="6171369" y="-207773"/>
            <a:ext cx="7273545" cy="72735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1974CB1D-F1F5-F019-88DA-482760E40737}"/>
              </a:ext>
            </a:extLst>
          </p:cNvPr>
          <p:cNvSpPr/>
          <p:nvPr userDrawn="1"/>
        </p:nvSpPr>
        <p:spPr>
          <a:xfrm rot="16200000">
            <a:off x="9019983" y="1192283"/>
            <a:ext cx="4473435" cy="4473435"/>
          </a:xfrm>
          <a:prstGeom prst="ellipse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E99D41-0F2F-BDEE-2CDF-42976DA7170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25522" y="2608263"/>
            <a:ext cx="1997447" cy="16414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TAM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total potential revenue if your product or service could capture 100% of the market.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F095DBF-3EF4-4F69-ED7C-7CB153A942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7936" y="2608263"/>
            <a:ext cx="1997447" cy="16414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SAM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portion of TAM your product or service can target based on features and market reach.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2A3D006-ABCA-4320-1B8E-72792D0594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70350" y="2515930"/>
            <a:ext cx="1997447" cy="1826141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realistic share of SAM a business can capture considering competition and resources.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64792B-0FBF-7A3F-CABB-F0A43B232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28E9A7-C865-6778-8A54-E6BB4945C3E3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E0CCAD4-F8A9-BDF7-914F-17432FEA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6" y="396008"/>
            <a:ext cx="4630068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Total Addressable Market</a:t>
            </a:r>
          </a:p>
        </p:txBody>
      </p:sp>
    </p:spTree>
    <p:extLst>
      <p:ext uri="{BB962C8B-B14F-4D97-AF65-F5344CB8AC3E}">
        <p14:creationId xmlns:p14="http://schemas.microsoft.com/office/powerpoint/2010/main" val="40970186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Addressable Market –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ircle">
            <a:extLst>
              <a:ext uri="{FF2B5EF4-FFF2-40B4-BE49-F238E27FC236}">
                <a16:creationId xmlns:a16="http://schemas.microsoft.com/office/drawing/2014/main" id="{501F2DB4-F4B9-4170-D88F-8D85E43FE7D7}"/>
              </a:ext>
            </a:extLst>
          </p:cNvPr>
          <p:cNvSpPr/>
          <p:nvPr userDrawn="1"/>
        </p:nvSpPr>
        <p:spPr>
          <a:xfrm rot="16200000">
            <a:off x="3033678" y="-1776617"/>
            <a:ext cx="10411237" cy="1041123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E7258D15-FBD1-4654-10A6-73983F5A2106}"/>
              </a:ext>
            </a:extLst>
          </p:cNvPr>
          <p:cNvSpPr/>
          <p:nvPr userDrawn="1"/>
        </p:nvSpPr>
        <p:spPr>
          <a:xfrm rot="16200000">
            <a:off x="6171369" y="-207773"/>
            <a:ext cx="7273545" cy="727354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FED19E3D-FA39-60FE-6E9C-FA6ADB5DC3A1}"/>
              </a:ext>
            </a:extLst>
          </p:cNvPr>
          <p:cNvSpPr/>
          <p:nvPr userDrawn="1"/>
        </p:nvSpPr>
        <p:spPr>
          <a:xfrm rot="16200000">
            <a:off x="9019983" y="1192283"/>
            <a:ext cx="4473435" cy="4473435"/>
          </a:xfrm>
          <a:prstGeom prst="ellipse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DD54C17-D6AE-188F-251C-56D657FC58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203" y="387776"/>
            <a:ext cx="5289765" cy="5078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Total Addressable Market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2CCA68C-CEB5-D501-C6FE-64AA1DF05E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25522" y="2700596"/>
            <a:ext cx="1997447" cy="1456809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TAM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total potential revenue if your product or service could capture 100% of the market.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DAF12E1-24FE-BB7B-C742-4E4DCFAFAF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7936" y="2608263"/>
            <a:ext cx="1997447" cy="16414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SAM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portion of TAM your product or service can target based on features and market reach.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BEE001B-FDB4-D223-D50B-A0B5AEB13F4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70350" y="2608263"/>
            <a:ext cx="1997447" cy="16414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SOM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Explain the realistic share of SAM a business can capture considering competition and resources.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C0D4C9B4-8EA0-10A8-BB57-4013F8E5F4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552261-6032-A2F4-D9DC-3AEE852B7930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0580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E0CCAD4-F8A9-BDF7-914F-17432FEA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5" y="425994"/>
            <a:ext cx="8282353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Business model</a:t>
            </a:r>
          </a:p>
        </p:txBody>
      </p:sp>
      <p:sp>
        <p:nvSpPr>
          <p:cNvPr id="6" name="f">
            <a:extLst>
              <a:ext uri="{FF2B5EF4-FFF2-40B4-BE49-F238E27FC236}">
                <a16:creationId xmlns:a16="http://schemas.microsoft.com/office/drawing/2014/main" id="{CB0E77B5-ADCA-1630-D50D-2A827BFA61C1}"/>
              </a:ext>
            </a:extLst>
          </p:cNvPr>
          <p:cNvSpPr/>
          <p:nvPr userDrawn="1"/>
        </p:nvSpPr>
        <p:spPr>
          <a:xfrm flipH="1">
            <a:off x="6164858" y="1535851"/>
            <a:ext cx="5497450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7" name="f">
            <a:extLst>
              <a:ext uri="{FF2B5EF4-FFF2-40B4-BE49-F238E27FC236}">
                <a16:creationId xmlns:a16="http://schemas.microsoft.com/office/drawing/2014/main" id="{0477112C-22FB-8AD9-0DB7-79E06C2FB631}"/>
              </a:ext>
            </a:extLst>
          </p:cNvPr>
          <p:cNvSpPr/>
          <p:nvPr userDrawn="1"/>
        </p:nvSpPr>
        <p:spPr>
          <a:xfrm rot="10800000">
            <a:off x="6164858" y="3929060"/>
            <a:ext cx="5497450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1A5AA5BB-057F-8511-BB30-E178AA955578}"/>
              </a:ext>
            </a:extLst>
          </p:cNvPr>
          <p:cNvSpPr/>
          <p:nvPr userDrawn="1"/>
        </p:nvSpPr>
        <p:spPr>
          <a:xfrm rot="10800000" flipH="1">
            <a:off x="529645" y="3929061"/>
            <a:ext cx="5497498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FAC21108-DC54-FEA2-4E29-5B195FC23D29}"/>
              </a:ext>
            </a:extLst>
          </p:cNvPr>
          <p:cNvSpPr/>
          <p:nvPr userDrawn="1"/>
        </p:nvSpPr>
        <p:spPr>
          <a:xfrm>
            <a:off x="529645" y="1535806"/>
            <a:ext cx="5497498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F68AD96-418C-421F-0397-21AED39128E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79388" y="2849415"/>
            <a:ext cx="2033178" cy="2033285"/>
          </a:xfrm>
          <a:prstGeom prst="ellipse">
            <a:avLst/>
          </a:prstGeom>
        </p:spPr>
        <p:txBody>
          <a:bodyPr wrap="square" lIns="91439" tIns="45719" rIns="91439" bIns="45719">
            <a:noAutofit/>
          </a:bodyPr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3AC39D0D-F4D4-62EC-F6BE-C6630D889A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92551" y="2125692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0A33E9D-44D4-028A-BC0D-9378AB6655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8931" y="2125737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BAA382-8492-7F3E-5D9F-CF623DFCAE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92551" y="4518924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D2621977-CFD4-76B0-E8ED-10CD2CE615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88931" y="4518923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4175358-9659-6381-DF0B-1A9CAF52D8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16805" y="3727558"/>
            <a:ext cx="1358344" cy="276999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Logo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1908E-DA12-E943-49F5-9F9A022AD5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B4264C-C5F0-4CC3-A61A-01E7FBD7EC4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0548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 –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">
            <a:extLst>
              <a:ext uri="{FF2B5EF4-FFF2-40B4-BE49-F238E27FC236}">
                <a16:creationId xmlns:a16="http://schemas.microsoft.com/office/drawing/2014/main" id="{F173BA12-637F-299C-F8FE-4A13A191F0E1}"/>
              </a:ext>
            </a:extLst>
          </p:cNvPr>
          <p:cNvSpPr/>
          <p:nvPr userDrawn="1"/>
        </p:nvSpPr>
        <p:spPr>
          <a:xfrm flipH="1">
            <a:off x="6164858" y="1535851"/>
            <a:ext cx="5497450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9" name="f">
            <a:extLst>
              <a:ext uri="{FF2B5EF4-FFF2-40B4-BE49-F238E27FC236}">
                <a16:creationId xmlns:a16="http://schemas.microsoft.com/office/drawing/2014/main" id="{F2904F8F-8D60-0C46-696F-CFCC41527A30}"/>
              </a:ext>
            </a:extLst>
          </p:cNvPr>
          <p:cNvSpPr/>
          <p:nvPr userDrawn="1"/>
        </p:nvSpPr>
        <p:spPr>
          <a:xfrm rot="10800000">
            <a:off x="6164858" y="3929060"/>
            <a:ext cx="5497450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10" name="f">
            <a:extLst>
              <a:ext uri="{FF2B5EF4-FFF2-40B4-BE49-F238E27FC236}">
                <a16:creationId xmlns:a16="http://schemas.microsoft.com/office/drawing/2014/main" id="{6DD64452-52D2-A492-41A2-C49CEB73BAC5}"/>
              </a:ext>
            </a:extLst>
          </p:cNvPr>
          <p:cNvSpPr/>
          <p:nvPr userDrawn="1"/>
        </p:nvSpPr>
        <p:spPr>
          <a:xfrm rot="10800000" flipH="1">
            <a:off x="529645" y="3929061"/>
            <a:ext cx="5497498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11" name="f">
            <a:extLst>
              <a:ext uri="{FF2B5EF4-FFF2-40B4-BE49-F238E27FC236}">
                <a16:creationId xmlns:a16="http://schemas.microsoft.com/office/drawing/2014/main" id="{E93C9E9F-29B2-A28B-C519-2BF3D145E06F}"/>
              </a:ext>
            </a:extLst>
          </p:cNvPr>
          <p:cNvSpPr/>
          <p:nvPr userDrawn="1"/>
        </p:nvSpPr>
        <p:spPr>
          <a:xfrm>
            <a:off x="529645" y="1535806"/>
            <a:ext cx="5497498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C065896-45DE-BD18-25CE-2ABC9AF2290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92551" y="2125692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4F20B7E-BA82-9332-9AC7-2232398A997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8931" y="2125737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4C5B2CB-5ACC-28FB-2049-8334BA43475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92551" y="4518924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39E061-69C6-CAB2-1B61-46C8F8B9BF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88931" y="4518923"/>
            <a:ext cx="3310509" cy="108747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E84124D-1A5C-D049-4B96-954B1E9D34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27" y="396876"/>
            <a:ext cx="7463635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Business model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A8B798FC-620D-5A23-D963-80B2A9490F3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79388" y="2849415"/>
            <a:ext cx="2033178" cy="2033285"/>
          </a:xfrm>
          <a:prstGeom prst="ellipse">
            <a:avLst/>
          </a:prstGeom>
        </p:spPr>
        <p:txBody>
          <a:bodyPr wrap="square" lIns="91439" tIns="45719" rIns="91439" bIns="45719">
            <a:noAutofit/>
          </a:bodyPr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6F95B4B-167C-3FA8-A36F-24601078119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16805" y="3727558"/>
            <a:ext cx="1358344" cy="276999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Logo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CBCB47B-49A9-6BF0-8F00-60AFCF028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5D46EBD-2414-45F3-9E1F-065425E702AE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354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E0CCAD4-F8A9-BDF7-914F-17432FEA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5" y="425994"/>
            <a:ext cx="8282353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The Brief</a:t>
            </a:r>
          </a:p>
        </p:txBody>
      </p:sp>
      <p:sp>
        <p:nvSpPr>
          <p:cNvPr id="6" name="f">
            <a:extLst>
              <a:ext uri="{FF2B5EF4-FFF2-40B4-BE49-F238E27FC236}">
                <a16:creationId xmlns:a16="http://schemas.microsoft.com/office/drawing/2014/main" id="{CB0E77B5-ADCA-1630-D50D-2A827BFA61C1}"/>
              </a:ext>
            </a:extLst>
          </p:cNvPr>
          <p:cNvSpPr/>
          <p:nvPr userDrawn="1"/>
        </p:nvSpPr>
        <p:spPr>
          <a:xfrm flipH="1">
            <a:off x="6164858" y="1535851"/>
            <a:ext cx="5497450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7" name="f">
            <a:extLst>
              <a:ext uri="{FF2B5EF4-FFF2-40B4-BE49-F238E27FC236}">
                <a16:creationId xmlns:a16="http://schemas.microsoft.com/office/drawing/2014/main" id="{0477112C-22FB-8AD9-0DB7-79E06C2FB631}"/>
              </a:ext>
            </a:extLst>
          </p:cNvPr>
          <p:cNvSpPr/>
          <p:nvPr userDrawn="1"/>
        </p:nvSpPr>
        <p:spPr>
          <a:xfrm rot="10800000">
            <a:off x="6164858" y="3929060"/>
            <a:ext cx="5497450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1A5AA5BB-057F-8511-BB30-E178AA955578}"/>
              </a:ext>
            </a:extLst>
          </p:cNvPr>
          <p:cNvSpPr/>
          <p:nvPr userDrawn="1"/>
        </p:nvSpPr>
        <p:spPr>
          <a:xfrm rot="10800000" flipH="1">
            <a:off x="529645" y="3929061"/>
            <a:ext cx="5497498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pPr algn="l"/>
            <a:endParaRPr sz="1000" dirty="0"/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FAC21108-DC54-FEA2-4E29-5B195FC23D29}"/>
              </a:ext>
            </a:extLst>
          </p:cNvPr>
          <p:cNvSpPr/>
          <p:nvPr userDrawn="1"/>
        </p:nvSpPr>
        <p:spPr>
          <a:xfrm>
            <a:off x="529645" y="1535806"/>
            <a:ext cx="5497498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3AC39D0D-F4D4-62EC-F6BE-C6630D889A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4760" y="2125737"/>
            <a:ext cx="3310509" cy="1087477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Objective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0A33E9D-44D4-028A-BC0D-9378AB6655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85355" y="2125691"/>
            <a:ext cx="3310509" cy="108747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Audience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BAA382-8492-7F3E-5D9F-CF623DFCAE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94760" y="4506789"/>
            <a:ext cx="3310509" cy="1087477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Timing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D2621977-CFD4-76B0-E8ED-10CD2CE615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85354" y="4518922"/>
            <a:ext cx="3310509" cy="108747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Budget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1908E-DA12-E943-49F5-9F9A022AD5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B4264C-C5F0-4CC3-A61A-01E7FBD7EC4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EC82308-FAEA-2B41-0B3B-41A1A30143B7}"/>
              </a:ext>
            </a:extLst>
          </p:cNvPr>
          <p:cNvSpPr/>
          <p:nvPr userDrawn="1"/>
        </p:nvSpPr>
        <p:spPr>
          <a:xfrm>
            <a:off x="4538515" y="2315520"/>
            <a:ext cx="3114970" cy="31149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65358-B35C-054B-7E1D-E3D9F76B4D6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37138" y="2315520"/>
            <a:ext cx="3116347" cy="3114969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AU" sz="1600" dirty="0"/>
              <a:t>Build brand awareness and drive sales growth by targeting key markets and audiences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18735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siness mod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E0CCAD4-F8A9-BDF7-914F-17432FEA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5" y="425994"/>
            <a:ext cx="8282353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 Brief</a:t>
            </a:r>
          </a:p>
        </p:txBody>
      </p:sp>
      <p:sp>
        <p:nvSpPr>
          <p:cNvPr id="6" name="f">
            <a:extLst>
              <a:ext uri="{FF2B5EF4-FFF2-40B4-BE49-F238E27FC236}">
                <a16:creationId xmlns:a16="http://schemas.microsoft.com/office/drawing/2014/main" id="{CB0E77B5-ADCA-1630-D50D-2A827BFA61C1}"/>
              </a:ext>
            </a:extLst>
          </p:cNvPr>
          <p:cNvSpPr/>
          <p:nvPr userDrawn="1"/>
        </p:nvSpPr>
        <p:spPr>
          <a:xfrm flipH="1">
            <a:off x="6164858" y="1535851"/>
            <a:ext cx="5497450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7" name="f">
            <a:extLst>
              <a:ext uri="{FF2B5EF4-FFF2-40B4-BE49-F238E27FC236}">
                <a16:creationId xmlns:a16="http://schemas.microsoft.com/office/drawing/2014/main" id="{0477112C-22FB-8AD9-0DB7-79E06C2FB631}"/>
              </a:ext>
            </a:extLst>
          </p:cNvPr>
          <p:cNvSpPr/>
          <p:nvPr userDrawn="1"/>
        </p:nvSpPr>
        <p:spPr>
          <a:xfrm rot="10800000">
            <a:off x="6164858" y="3929060"/>
            <a:ext cx="5497450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8" name="f">
            <a:extLst>
              <a:ext uri="{FF2B5EF4-FFF2-40B4-BE49-F238E27FC236}">
                <a16:creationId xmlns:a16="http://schemas.microsoft.com/office/drawing/2014/main" id="{1A5AA5BB-057F-8511-BB30-E178AA955578}"/>
              </a:ext>
            </a:extLst>
          </p:cNvPr>
          <p:cNvSpPr/>
          <p:nvPr userDrawn="1"/>
        </p:nvSpPr>
        <p:spPr>
          <a:xfrm rot="10800000" flipH="1">
            <a:off x="529645" y="3929061"/>
            <a:ext cx="5497498" cy="2267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pPr algn="l"/>
            <a:endParaRPr sz="1000" dirty="0"/>
          </a:p>
        </p:txBody>
      </p:sp>
      <p:sp>
        <p:nvSpPr>
          <p:cNvPr id="12" name="f">
            <a:extLst>
              <a:ext uri="{FF2B5EF4-FFF2-40B4-BE49-F238E27FC236}">
                <a16:creationId xmlns:a16="http://schemas.microsoft.com/office/drawing/2014/main" id="{FAC21108-DC54-FEA2-4E29-5B195FC23D29}"/>
              </a:ext>
            </a:extLst>
          </p:cNvPr>
          <p:cNvSpPr/>
          <p:nvPr userDrawn="1"/>
        </p:nvSpPr>
        <p:spPr>
          <a:xfrm>
            <a:off x="529645" y="1535806"/>
            <a:ext cx="5497498" cy="2267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537" y="0"/>
                </a:moveTo>
                <a:cubicBezTo>
                  <a:pt x="379" y="0"/>
                  <a:pt x="285" y="1"/>
                  <a:pt x="222" y="58"/>
                </a:cubicBezTo>
                <a:cubicBezTo>
                  <a:pt x="131" y="129"/>
                  <a:pt x="60" y="282"/>
                  <a:pt x="27" y="478"/>
                </a:cubicBezTo>
                <a:cubicBezTo>
                  <a:pt x="1" y="614"/>
                  <a:pt x="0" y="817"/>
                  <a:pt x="0" y="1156"/>
                </a:cubicBezTo>
                <a:lnTo>
                  <a:pt x="0" y="20443"/>
                </a:lnTo>
                <a:cubicBezTo>
                  <a:pt x="0" y="20782"/>
                  <a:pt x="1" y="20986"/>
                  <a:pt x="27" y="21122"/>
                </a:cubicBezTo>
                <a:cubicBezTo>
                  <a:pt x="60" y="21317"/>
                  <a:pt x="131" y="21472"/>
                  <a:pt x="222" y="21543"/>
                </a:cubicBezTo>
                <a:cubicBezTo>
                  <a:pt x="285" y="21600"/>
                  <a:pt x="379" y="21599"/>
                  <a:pt x="537" y="21599"/>
                </a:cubicBezTo>
                <a:lnTo>
                  <a:pt x="17527" y="21599"/>
                </a:lnTo>
                <a:cubicBezTo>
                  <a:pt x="17583" y="19378"/>
                  <a:pt x="18000" y="17190"/>
                  <a:pt x="18788" y="15492"/>
                </a:cubicBezTo>
                <a:cubicBezTo>
                  <a:pt x="19570" y="13807"/>
                  <a:pt x="20576" y="12910"/>
                  <a:pt x="21600" y="12779"/>
                </a:cubicBezTo>
                <a:lnTo>
                  <a:pt x="21600" y="1156"/>
                </a:lnTo>
                <a:cubicBezTo>
                  <a:pt x="21600" y="817"/>
                  <a:pt x="21600" y="614"/>
                  <a:pt x="21574" y="478"/>
                </a:cubicBezTo>
                <a:cubicBezTo>
                  <a:pt x="21541" y="282"/>
                  <a:pt x="21469" y="129"/>
                  <a:pt x="21378" y="58"/>
                </a:cubicBezTo>
                <a:cubicBezTo>
                  <a:pt x="21315" y="1"/>
                  <a:pt x="21221" y="0"/>
                  <a:pt x="21063" y="0"/>
                </a:cubicBezTo>
                <a:lnTo>
                  <a:pt x="537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>
              <a:lnSpc>
                <a:spcPct val="100000"/>
              </a:lnSpc>
              <a:defRPr sz="2000" spc="0">
                <a:solidFill>
                  <a:srgbClr val="FFFFFF"/>
                </a:solidFill>
              </a:defRPr>
            </a:lvl1pPr>
          </a:lstStyle>
          <a:p>
            <a:endParaRPr sz="1000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3AC39D0D-F4D4-62EC-F6BE-C6630D889A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4760" y="2125737"/>
            <a:ext cx="3310509" cy="1087477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Objective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0A33E9D-44D4-028A-BC0D-9378AB6655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85355" y="2125691"/>
            <a:ext cx="3310509" cy="108747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Audience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BAA382-8492-7F3E-5D9F-CF623DFCAE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94760" y="4506789"/>
            <a:ext cx="3310509" cy="1087477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Timing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D2621977-CFD4-76B0-E8ED-10CD2CE615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85354" y="4518922"/>
            <a:ext cx="3310509" cy="108747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Budget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EC82308-FAEA-2B41-0B3B-41A1A30143B7}"/>
              </a:ext>
            </a:extLst>
          </p:cNvPr>
          <p:cNvSpPr/>
          <p:nvPr userDrawn="1"/>
        </p:nvSpPr>
        <p:spPr>
          <a:xfrm>
            <a:off x="4538515" y="2315520"/>
            <a:ext cx="3114970" cy="31149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65358-B35C-054B-7E1D-E3D9F76B4D6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37138" y="2315520"/>
            <a:ext cx="3116347" cy="3114969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AU" sz="1600" dirty="0"/>
              <a:t>Build brand awareness and drive sales growth by targeting key markets and audiences</a:t>
            </a:r>
            <a:endParaRPr lang="en-AU" dirty="0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C0948BB6-736D-A2DC-73A5-86DF826EF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B0B2-64CC-8E06-F8FB-1625A5C8B7BF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081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0E21701-9632-5B8D-9D63-8EA1E0EC0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826" y="415288"/>
            <a:ext cx="3812156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Next step</a:t>
            </a: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578C0869-5A39-7D74-7834-51EAC91FE383}"/>
              </a:ext>
            </a:extLst>
          </p:cNvPr>
          <p:cNvSpPr/>
          <p:nvPr userDrawn="1"/>
        </p:nvSpPr>
        <p:spPr>
          <a:xfrm>
            <a:off x="548826" y="3410686"/>
            <a:ext cx="11102683" cy="0"/>
          </a:xfrm>
          <a:prstGeom prst="line">
            <a:avLst/>
          </a:prstGeom>
          <a:ln w="25400">
            <a:solidFill>
              <a:schemeClr val="tx2"/>
            </a:solidFill>
            <a:miter lim="400000"/>
            <a:headEnd type="triangle" len="sm"/>
            <a:tailEnd type="triangle"/>
          </a:ln>
        </p:spPr>
        <p:txBody>
          <a:bodyPr lIns="25400" tIns="25400" rIns="25400" bIns="25400" anchor="ctr"/>
          <a:lstStyle/>
          <a:p>
            <a:pPr>
              <a:lnSpc>
                <a:spcPct val="110000"/>
              </a:lnSpc>
              <a:defRPr sz="2000" spc="0">
                <a:solidFill>
                  <a:srgbClr val="FFFFFF"/>
                </a:solidFill>
              </a:defRPr>
            </a:pPr>
            <a:endParaRPr sz="1000"/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17144319-7276-3304-C19F-9DFD661184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312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EF56501D-8816-1F7E-3518-F6265FA887E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21260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6E80E836-7A72-0C1C-D333-5E508273C81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82414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755267C5-0477-6E91-7F00-2117965BEE3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5363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39324A3-D814-BE4F-C548-EF181CE36F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59113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Step 1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894584D-287C-F13E-3939-6F4103FEED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9113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811900CD-BF85-0DD9-E521-CBB24EEE5E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72062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Step 2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EE614599-5AF2-394F-FDCB-6DE9D61835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72062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9C72FC6-F8A0-C2FD-3FB0-609E86C39B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85010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Step 3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35E30EEC-7E7E-C430-2927-5FF3B871D6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85010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B7AB9D7-C07A-E560-9223-ECDE1C3370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97959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Step 4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CC88A0A9-604E-42C7-455E-4AC1ED90770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97959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4D0D5-45EC-AC23-9C99-6F51DEB76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86597C-7361-1D85-DFE8-C99F9970D86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13656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 –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119CA-DE71-AC77-5127-483A0AE0F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71" y="427751"/>
            <a:ext cx="6134538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Next step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835A8686-2C65-57CE-818E-0F703EA8A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55D6B7-1C77-EC21-898B-E1E525E1BEC8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46B9EF6-5286-5CDF-69A4-92D846A23B43}"/>
              </a:ext>
            </a:extLst>
          </p:cNvPr>
          <p:cNvSpPr/>
          <p:nvPr userDrawn="1"/>
        </p:nvSpPr>
        <p:spPr>
          <a:xfrm>
            <a:off x="548826" y="3410686"/>
            <a:ext cx="11102683" cy="0"/>
          </a:xfrm>
          <a:prstGeom prst="line">
            <a:avLst/>
          </a:prstGeom>
          <a:ln w="25400">
            <a:solidFill>
              <a:schemeClr val="tx2"/>
            </a:solidFill>
            <a:miter lim="400000"/>
            <a:headEnd type="triangle" len="sm"/>
            <a:tailEnd type="triangle"/>
          </a:ln>
        </p:spPr>
        <p:txBody>
          <a:bodyPr lIns="25400" tIns="25400" rIns="25400" bIns="25400" anchor="ctr"/>
          <a:lstStyle/>
          <a:p>
            <a:pPr>
              <a:lnSpc>
                <a:spcPct val="110000"/>
              </a:lnSpc>
              <a:defRPr sz="2000" spc="0">
                <a:solidFill>
                  <a:srgbClr val="FFFFFF"/>
                </a:solidFill>
              </a:defRPr>
            </a:pPr>
            <a:endParaRPr sz="1000"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999E8F18-494D-1338-1171-1D4258810A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312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224BF3B3-D12C-A79B-19D5-17A01E77C9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21260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CD746E38-CDBD-2C85-FBF3-569F09738A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82414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C24BF063-B081-C347-6D81-E44B60B1E20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5363" y="3341472"/>
            <a:ext cx="92387" cy="9238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2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8FE75A-A8A0-083D-6162-25AE01FB399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59113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Step 1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3A1890-E1B2-9159-09AE-A2C139EAF5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9113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723BC29-D521-40FD-D298-C4850A22DD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72062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Step 2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176C62-4A9E-98BD-8C46-E6256C73B01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72062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277592A-10BD-42C6-67B0-36B86580DD5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85010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Step 3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FD65EA5-50BA-6C38-BDEF-D32BC9F620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85010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31F888A-7DBC-D5C4-5867-61DE743CF5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97959" y="2822677"/>
            <a:ext cx="2251930" cy="370486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Step 4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0C5E0A64-F6B9-DD25-8D98-966EC4C4FCD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97959" y="3705756"/>
            <a:ext cx="2251930" cy="72269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Month</a:t>
            </a:r>
          </a:p>
          <a:p>
            <a:pPr lvl="0"/>
            <a:r>
              <a:rPr lang="pt-BR" dirty="0"/>
              <a:t>Lorem ipsum dolor sit amet, consectetur adipiscing elit.</a:t>
            </a:r>
          </a:p>
        </p:txBody>
      </p:sp>
    </p:spTree>
    <p:extLst>
      <p:ext uri="{BB962C8B-B14F-4D97-AF65-F5344CB8AC3E}">
        <p14:creationId xmlns:p14="http://schemas.microsoft.com/office/powerpoint/2010/main" val="19770919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o-to-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975B181C-5885-D1C9-FB7F-C5CC63032B14}"/>
              </a:ext>
            </a:extLst>
          </p:cNvPr>
          <p:cNvSpPr/>
          <p:nvPr userDrawn="1"/>
        </p:nvSpPr>
        <p:spPr>
          <a:xfrm>
            <a:off x="4493030" y="369094"/>
            <a:ext cx="7177659" cy="5897651"/>
          </a:xfrm>
          <a:prstGeom prst="roundRect">
            <a:avLst>
              <a:gd name="adj" fmla="val 1973"/>
            </a:avLst>
          </a:prstGeo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lvl="0" indent="0" algn="ctr" defTabSz="82550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sz="1050">
              <a:solidFill>
                <a:srgbClr val="FFFFFF"/>
              </a:solidFill>
              <a:latin typeface="Rethink Sans" pitchFamily="2" charset="77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0E21701-9632-5B8D-9D63-8EA1E0EC0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976" y="411172"/>
            <a:ext cx="3812156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/>
            </a:lvl1pPr>
          </a:lstStyle>
          <a:p>
            <a:r>
              <a:rPr lang="en-US" dirty="0"/>
              <a:t>Go-to-market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F7CFCA7-D3A8-B8BC-35AA-6C39A3FA85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293" y="5173715"/>
            <a:ext cx="3812157" cy="933012"/>
          </a:xfr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ipsum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vel dolor sed,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Proin a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Aenean non </a:t>
            </a:r>
            <a:r>
              <a:rPr lang="en-US" dirty="0" err="1"/>
              <a:t>tincidunt</a:t>
            </a:r>
            <a:r>
              <a:rPr lang="en-US" dirty="0"/>
              <a:t> ex, a </a:t>
            </a:r>
            <a:r>
              <a:rPr lang="en-US" dirty="0" err="1"/>
              <a:t>dapibus</a:t>
            </a:r>
            <a:r>
              <a:rPr lang="en-US" dirty="0"/>
              <a:t> sem.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. Donec in auctor ligula, vitae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B8E6D40D-A417-BD29-F758-36DE6D7ACD95}"/>
              </a:ext>
            </a:extLst>
          </p:cNvPr>
          <p:cNvSpPr/>
          <p:nvPr userDrawn="1"/>
        </p:nvSpPr>
        <p:spPr>
          <a:xfrm flipV="1">
            <a:off x="6804985" y="679607"/>
            <a:ext cx="0" cy="5427120"/>
          </a:xfrm>
          <a:prstGeom prst="line">
            <a:avLst/>
          </a:prstGeom>
          <a:ln w="25400">
            <a:solidFill>
              <a:srgbClr val="D5D5D5"/>
            </a:solidFill>
            <a:miter lim="400000"/>
            <a:headEnd type="triangle"/>
            <a:tailEnd type="triangle" len="sm"/>
          </a:ln>
        </p:spPr>
        <p:txBody>
          <a:bodyPr lIns="25400" tIns="25400" rIns="25400" bIns="25400" anchor="ctr"/>
          <a:lstStyle/>
          <a:p>
            <a:pPr>
              <a:lnSpc>
                <a:spcPct val="110000"/>
              </a:lnSpc>
              <a:defRPr sz="2000" spc="0">
                <a:solidFill>
                  <a:srgbClr val="FFFFFF"/>
                </a:solidFill>
              </a:defRPr>
            </a:pPr>
            <a:endParaRPr sz="1000"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16FC8862-5F6B-A1F7-5F6F-2FC4B8107C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63337" y="4221330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0FDE3205-C592-F2D6-EBD7-E07059681F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63337" y="5112974"/>
            <a:ext cx="83293" cy="832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DF37C08B-8202-662C-4E0C-18A2CFAA62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3337" y="3329686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4FF2CA2D-ADDE-22A4-C873-E16A600E2C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63337" y="2438042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9EDBBE35-208D-49B3-5DFB-8EB9D8EC6B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63337" y="1546398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8563B7A-7BDE-CEC8-1B47-00F68BC74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34502" y="59125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4EB26-0734-16D0-81F3-BECCE2AFD3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5915" y="591254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Launch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4B40B00D-5ECA-4648-AB19-8C5C03B32C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15915" y="1480969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Onboarding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8BE2B2B9-6B22-B484-354F-0BEECBF256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615915" y="2370684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Scale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C7E50A15-1707-9125-D446-9C37194941E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15915" y="3260399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Innovate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6CDAA526-39BE-13A0-72E3-E623CC0E2C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15915" y="4150114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Community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2E2B8A4-CEBF-0D77-9AE4-9BD6259205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15915" y="5039828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36DDBE79-18AE-0667-CE9F-6C079B85F08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134502" y="1480969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14BF5EE2-0CF3-C37B-42E8-F7D6ED0F0A4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134502" y="237068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75875EA-B740-C285-E931-68D8E25557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134502" y="3260399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DF8EA6C2-47AE-4E8C-5F8E-97CA49895D8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134502" y="415011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E24759CD-FA5C-FC60-8DE3-EAA13E2F34F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34502" y="5039828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5BF51D-5EA3-56E0-E2B2-78DBA50B8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45E8A34-87E1-D6B7-4984-9A88A56BC19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9029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 –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119CA-DE71-AC77-5127-483A0AE0F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302" y="411172"/>
            <a:ext cx="3812156" cy="51385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3000" spc="-75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Go-to-market</a:t>
            </a:r>
          </a:p>
        </p:txBody>
      </p:sp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F14A74A9-E7AB-1EF3-84C2-DB2D14261E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CA598E1-B298-82BB-A928-7C6A3632B8F7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44311EB-3EFC-E49F-BE69-DAD5B87A28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293" y="5154621"/>
            <a:ext cx="3812157" cy="933012"/>
          </a:xfr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ipsum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vel dolor sed,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Proin a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Aenean non </a:t>
            </a:r>
            <a:r>
              <a:rPr lang="en-US" dirty="0" err="1"/>
              <a:t>tincidunt</a:t>
            </a:r>
            <a:r>
              <a:rPr lang="en-US" dirty="0"/>
              <a:t> ex, a </a:t>
            </a:r>
            <a:r>
              <a:rPr lang="en-US" dirty="0" err="1"/>
              <a:t>dapibus</a:t>
            </a:r>
            <a:r>
              <a:rPr lang="en-US" dirty="0"/>
              <a:t> sem.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. Donec in auctor ligula, vitae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C9F3F670-4906-6608-A8B1-FF2EF2D1FF04}"/>
              </a:ext>
            </a:extLst>
          </p:cNvPr>
          <p:cNvSpPr/>
          <p:nvPr userDrawn="1"/>
        </p:nvSpPr>
        <p:spPr>
          <a:xfrm>
            <a:off x="4493030" y="369094"/>
            <a:ext cx="7177659" cy="5897651"/>
          </a:xfrm>
          <a:prstGeom prst="roundRect">
            <a:avLst>
              <a:gd name="adj" fmla="val 1973"/>
            </a:avLst>
          </a:prstGeo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lvl="0" indent="0" algn="ctr" defTabSz="82550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sz="1050">
              <a:solidFill>
                <a:srgbClr val="FFFFFF"/>
              </a:solidFill>
              <a:latin typeface="Rethink Sans" pitchFamily="2" charset="77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2FC39BD3-92C5-EF37-C050-8F01B2796F47}"/>
              </a:ext>
            </a:extLst>
          </p:cNvPr>
          <p:cNvSpPr/>
          <p:nvPr userDrawn="1"/>
        </p:nvSpPr>
        <p:spPr>
          <a:xfrm flipV="1">
            <a:off x="6804984" y="679607"/>
            <a:ext cx="1" cy="5596786"/>
          </a:xfrm>
          <a:prstGeom prst="line">
            <a:avLst/>
          </a:prstGeom>
          <a:ln w="25400">
            <a:solidFill>
              <a:srgbClr val="D5D5D5"/>
            </a:solidFill>
            <a:miter lim="400000"/>
            <a:headEnd type="triangle"/>
            <a:tailEnd type="triangle" len="sm"/>
          </a:ln>
        </p:spPr>
        <p:txBody>
          <a:bodyPr lIns="25400" tIns="25400" rIns="25400" bIns="25400" anchor="ctr"/>
          <a:lstStyle/>
          <a:p>
            <a:pPr>
              <a:lnSpc>
                <a:spcPct val="110000"/>
              </a:lnSpc>
              <a:defRPr sz="2000" spc="0">
                <a:solidFill>
                  <a:srgbClr val="FFFFFF"/>
                </a:solidFill>
              </a:defRPr>
            </a:pPr>
            <a:endParaRPr sz="1000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95AE4735-4560-276D-DD0B-EAF0F2D9C7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63337" y="4221330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E26C84EE-93FD-B116-5416-30B006B0E5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63337" y="5112974"/>
            <a:ext cx="83293" cy="832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32" name="Circle">
            <a:extLst>
              <a:ext uri="{FF2B5EF4-FFF2-40B4-BE49-F238E27FC236}">
                <a16:creationId xmlns:a16="http://schemas.microsoft.com/office/drawing/2014/main" id="{D5C822B9-70F9-2657-CD88-A5735C21B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3337" y="3329686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CA0B033E-8BB5-2DFE-005B-A6309CEFC5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63337" y="2438042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62B14131-51DD-715A-A2A5-209505CF71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63337" y="1546398"/>
            <a:ext cx="83293" cy="8329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5D5"/>
            </a:solidFill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 sz="3200" spc="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4C07C2BB-2CC8-D76B-D874-80B3D4B03B9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34502" y="59125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16B127E6-1C39-B5C6-A8AC-83B7F4F19F7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5915" y="591254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Launch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7CD13B6-79A0-3CBA-3AFF-FBA9072AA28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15915" y="1480969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Onboarding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76C9E3F4-66B0-AF11-26CE-CD9079F8A41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615915" y="2370684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Scale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4714BC1B-4645-6EC4-5D5A-71523E5DA2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15915" y="3260399"/>
            <a:ext cx="859549" cy="255904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Innovate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09CA76B-AC08-51B2-224D-311A26DD6D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15915" y="4150114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Community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E02FC0B2-2C30-6197-939E-CF5BDABC35E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15915" y="5039828"/>
            <a:ext cx="859549" cy="425181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909F9A0C-C848-3CA0-939C-E07E345CB42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134502" y="1480969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C36AD5BA-C528-2CE0-754B-4E527B698E2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134502" y="237068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F1A7582B-2246-A95A-77A2-1716A740692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134502" y="3260399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6FD6AEA3-078E-2AFE-A7A1-EA8959FD621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134502" y="4150114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B8071433-7D4E-0660-5230-4CF46DB932B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34502" y="5039828"/>
            <a:ext cx="3668119" cy="59445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43854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A Place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680ABA-49BD-50B2-0990-E3B74AFC66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270CAA-4B51-3C6F-BD9E-160EA1CC4476}"/>
              </a:ext>
            </a:extLst>
          </p:cNvPr>
          <p:cNvCxnSpPr/>
          <p:nvPr userDrawn="1"/>
        </p:nvCxnSpPr>
        <p:spPr>
          <a:xfrm>
            <a:off x="529645" y="523141"/>
            <a:ext cx="0" cy="6091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4599744-20EE-2456-01D8-C4A963B1BCC7}"/>
              </a:ext>
            </a:extLst>
          </p:cNvPr>
          <p:cNvCxnSpPr/>
          <p:nvPr userDrawn="1"/>
        </p:nvCxnSpPr>
        <p:spPr>
          <a:xfrm>
            <a:off x="11670689" y="391528"/>
            <a:ext cx="0" cy="6091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3A83F4-67C8-DE34-DB42-6ABF9AB0ACEC}"/>
              </a:ext>
            </a:extLst>
          </p:cNvPr>
          <p:cNvCxnSpPr/>
          <p:nvPr userDrawn="1"/>
        </p:nvCxnSpPr>
        <p:spPr>
          <a:xfrm>
            <a:off x="552302" y="369094"/>
            <a:ext cx="113729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DAADBD4-A8B9-6E44-9B1B-885FC086742D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8F03B921-FB26-7B00-D6E1-D331DC2D1320}"/>
              </a:ext>
            </a:extLst>
          </p:cNvPr>
          <p:cNvSpPr txBox="1">
            <a:spLocks/>
          </p:cNvSpPr>
          <p:nvPr userDrawn="1"/>
        </p:nvSpPr>
        <p:spPr>
          <a:xfrm>
            <a:off x="521310" y="376127"/>
            <a:ext cx="2267094" cy="90963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400" b="0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2pPr>
            <a:lvl3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3pPr>
            <a:lvl4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4pPr>
            <a:lvl5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5pPr>
            <a:lvl6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6pPr>
            <a:lvl7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7pPr>
            <a:lvl8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8pPr>
            <a:lvl9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+mn-lt"/>
              </a:rPr>
              <a:t>High Value Audience Persona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54CDE6C-E278-AF1E-0E8F-51511ABDF580}"/>
              </a:ext>
            </a:extLst>
          </p:cNvPr>
          <p:cNvSpPr txBox="1">
            <a:spLocks/>
          </p:cNvSpPr>
          <p:nvPr userDrawn="1"/>
        </p:nvSpPr>
        <p:spPr>
          <a:xfrm>
            <a:off x="2864349" y="371696"/>
            <a:ext cx="8798006" cy="31079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400" b="0">
                <a:solidFill>
                  <a:srgbClr val="370195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2pPr>
            <a:lvl3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3pPr>
            <a:lvl4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4pPr>
            <a:lvl5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5pPr>
            <a:lvl6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6pPr>
            <a:lvl7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7pPr>
            <a:lvl8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8pPr>
            <a:lvl9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9pPr>
          </a:lstStyle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Key Demographics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8A494879-6B90-CC6D-C0A5-2EE2972437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988" y="2796804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79" name="Text Placeholder 77">
            <a:extLst>
              <a:ext uri="{FF2B5EF4-FFF2-40B4-BE49-F238E27FC236}">
                <a16:creationId xmlns:a16="http://schemas.microsoft.com/office/drawing/2014/main" id="{5C540C17-0E8E-3072-8D2B-4F0C373593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942" y="2796804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0" name="Text Placeholder 77">
            <a:extLst>
              <a:ext uri="{FF2B5EF4-FFF2-40B4-BE49-F238E27FC236}">
                <a16:creationId xmlns:a16="http://schemas.microsoft.com/office/drawing/2014/main" id="{93D43DEA-C441-4651-2C32-0015B1EE89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988" y="3643821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1" name="Text Placeholder 77">
            <a:extLst>
              <a:ext uri="{FF2B5EF4-FFF2-40B4-BE49-F238E27FC236}">
                <a16:creationId xmlns:a16="http://schemas.microsoft.com/office/drawing/2014/main" id="{3C3F3A1B-3BA7-A142-0891-32AA3AEFB0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53942" y="3643821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2" name="Text Placeholder 77">
            <a:extLst>
              <a:ext uri="{FF2B5EF4-FFF2-40B4-BE49-F238E27FC236}">
                <a16:creationId xmlns:a16="http://schemas.microsoft.com/office/drawing/2014/main" id="{A4074E58-3E86-E685-C6BA-0B091DD88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040" y="4490838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3" name="Text Placeholder 77">
            <a:extLst>
              <a:ext uri="{FF2B5EF4-FFF2-40B4-BE49-F238E27FC236}">
                <a16:creationId xmlns:a16="http://schemas.microsoft.com/office/drawing/2014/main" id="{F7C2CF9A-FFA8-3FB0-5811-9213915FED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63994" y="4490838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4" name="Text Placeholder 77">
            <a:extLst>
              <a:ext uri="{FF2B5EF4-FFF2-40B4-BE49-F238E27FC236}">
                <a16:creationId xmlns:a16="http://schemas.microsoft.com/office/drawing/2014/main" id="{34F2AD68-9E2C-ACBA-271F-2DB7E4EC85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040" y="5337856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5" name="Text Placeholder 77">
            <a:extLst>
              <a:ext uri="{FF2B5EF4-FFF2-40B4-BE49-F238E27FC236}">
                <a16:creationId xmlns:a16="http://schemas.microsoft.com/office/drawing/2014/main" id="{ABA0AD81-25FD-1812-A2E7-B70A7DEFDD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3994" y="5337856"/>
            <a:ext cx="1780911" cy="842745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0D99372-D36F-4B03-4B08-B4FAD2C19C4E}"/>
              </a:ext>
            </a:extLst>
          </p:cNvPr>
          <p:cNvSpPr txBox="1"/>
          <p:nvPr userDrawn="1"/>
        </p:nvSpPr>
        <p:spPr>
          <a:xfrm>
            <a:off x="4321684" y="2796588"/>
            <a:ext cx="353943" cy="1681200"/>
          </a:xfrm>
          <a:prstGeom prst="rect">
            <a:avLst/>
          </a:prstGeo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</p:spPr>
        <p:txBody>
          <a:bodyPr vert="vert270"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AU" dirty="0"/>
              <a:t>Attitudes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C4DC350-8C80-D86A-E89E-E732438E6E38}"/>
              </a:ext>
            </a:extLst>
          </p:cNvPr>
          <p:cNvSpPr txBox="1"/>
          <p:nvPr userDrawn="1"/>
        </p:nvSpPr>
        <p:spPr>
          <a:xfrm>
            <a:off x="4321684" y="4498598"/>
            <a:ext cx="353943" cy="1682003"/>
          </a:xfrm>
          <a:prstGeom prst="rect">
            <a:avLst/>
          </a:prstGeo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</p:spPr>
        <p:txBody>
          <a:bodyPr vert="vert270" wrap="square" rtlCol="0">
            <a:spAutoFit/>
          </a:bodyPr>
          <a:lstStyle/>
          <a:p>
            <a:pPr algn="ctr"/>
            <a:r>
              <a:rPr lang="en-AU" sz="1100" dirty="0">
                <a:solidFill>
                  <a:schemeClr val="bg1"/>
                </a:solidFill>
              </a:rPr>
              <a:t>Motivations</a:t>
            </a:r>
          </a:p>
        </p:txBody>
      </p:sp>
      <p:sp>
        <p:nvSpPr>
          <p:cNvPr id="95" name="Text Placeholder 77">
            <a:extLst>
              <a:ext uri="{FF2B5EF4-FFF2-40B4-BE49-F238E27FC236}">
                <a16:creationId xmlns:a16="http://schemas.microsoft.com/office/drawing/2014/main" id="{29645A87-A389-670F-8734-A70E6F39AA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58044" y="2810718"/>
            <a:ext cx="3153726" cy="1681200"/>
          </a:xfr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AU" sz="1050" dirty="0">
                <a:solidFill>
                  <a:schemeClr val="bg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96" name="Text Placeholder 77">
            <a:extLst>
              <a:ext uri="{FF2B5EF4-FFF2-40B4-BE49-F238E27FC236}">
                <a16:creationId xmlns:a16="http://schemas.microsoft.com/office/drawing/2014/main" id="{50812A26-94B1-8826-443A-DD75383CE0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55485" y="4499401"/>
            <a:ext cx="3153726" cy="1681200"/>
          </a:xfr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109" name="Chart Placeholder 108">
            <a:extLst>
              <a:ext uri="{FF2B5EF4-FFF2-40B4-BE49-F238E27FC236}">
                <a16:creationId xmlns:a16="http://schemas.microsoft.com/office/drawing/2014/main" id="{6BECC065-EF9D-C982-39E4-BCEB3E434072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8507413" y="2810719"/>
            <a:ext cx="1695959" cy="3369420"/>
          </a:xfrm>
        </p:spPr>
        <p:txBody>
          <a:bodyPr/>
          <a:lstStyle/>
          <a:p>
            <a:endParaRPr lang="en-AU"/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D21BB6E3-115B-DC4F-E239-ED020FF9A7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32374" y="2872138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1BB84397-21F0-EB31-A4D6-51E5D96C16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220147" y="2872138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18" name="Text Placeholder 112">
            <a:extLst>
              <a:ext uri="{FF2B5EF4-FFF2-40B4-BE49-F238E27FC236}">
                <a16:creationId xmlns:a16="http://schemas.microsoft.com/office/drawing/2014/main" id="{E6102AC5-9A58-CEB1-3866-975AC1CD99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22169" y="3302430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19" name="Text Placeholder 116">
            <a:extLst>
              <a:ext uri="{FF2B5EF4-FFF2-40B4-BE49-F238E27FC236}">
                <a16:creationId xmlns:a16="http://schemas.microsoft.com/office/drawing/2014/main" id="{5CA322EA-5CBC-475C-0BB4-5D4CCC944D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209942" y="3302430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0" name="Text Placeholder 112">
            <a:extLst>
              <a:ext uri="{FF2B5EF4-FFF2-40B4-BE49-F238E27FC236}">
                <a16:creationId xmlns:a16="http://schemas.microsoft.com/office/drawing/2014/main" id="{3905F117-6525-060F-EC8D-06FBB3081C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22169" y="3732722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1" name="Text Placeholder 116">
            <a:extLst>
              <a:ext uri="{FF2B5EF4-FFF2-40B4-BE49-F238E27FC236}">
                <a16:creationId xmlns:a16="http://schemas.microsoft.com/office/drawing/2014/main" id="{F4C07D57-D769-AB20-4EED-8C0851F806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209942" y="3732722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2" name="Text Placeholder 112">
            <a:extLst>
              <a:ext uri="{FF2B5EF4-FFF2-40B4-BE49-F238E27FC236}">
                <a16:creationId xmlns:a16="http://schemas.microsoft.com/office/drawing/2014/main" id="{0FD7724B-D254-3EA2-A980-4F4CFCF818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47550" y="4163014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3" name="Text Placeholder 116">
            <a:extLst>
              <a:ext uri="{FF2B5EF4-FFF2-40B4-BE49-F238E27FC236}">
                <a16:creationId xmlns:a16="http://schemas.microsoft.com/office/drawing/2014/main" id="{9F52E9F0-5A24-EFC7-AC74-E2EDCE05BE7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35323" y="4163014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4" name="Text Placeholder 112">
            <a:extLst>
              <a:ext uri="{FF2B5EF4-FFF2-40B4-BE49-F238E27FC236}">
                <a16:creationId xmlns:a16="http://schemas.microsoft.com/office/drawing/2014/main" id="{CAB53F27-D680-D53C-09CB-526485BB9E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151" y="4593306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5" name="Text Placeholder 116">
            <a:extLst>
              <a:ext uri="{FF2B5EF4-FFF2-40B4-BE49-F238E27FC236}">
                <a16:creationId xmlns:a16="http://schemas.microsoft.com/office/drawing/2014/main" id="{2B5D394A-4F47-2B82-EFD9-CD53B40D8C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25924" y="4593306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6" name="Text Placeholder 112">
            <a:extLst>
              <a:ext uri="{FF2B5EF4-FFF2-40B4-BE49-F238E27FC236}">
                <a16:creationId xmlns:a16="http://schemas.microsoft.com/office/drawing/2014/main" id="{27EFEF34-2A35-249D-C24C-21E18F67FF5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222169" y="5023598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7" name="Text Placeholder 116">
            <a:extLst>
              <a:ext uri="{FF2B5EF4-FFF2-40B4-BE49-F238E27FC236}">
                <a16:creationId xmlns:a16="http://schemas.microsoft.com/office/drawing/2014/main" id="{8CE8CC6D-E558-1304-C35C-B8F1D0E5648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209942" y="5023598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8" name="Text Placeholder 112">
            <a:extLst>
              <a:ext uri="{FF2B5EF4-FFF2-40B4-BE49-F238E27FC236}">
                <a16:creationId xmlns:a16="http://schemas.microsoft.com/office/drawing/2014/main" id="{9EC52B81-C964-F389-18EE-C193C308D8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238151" y="5453890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9" name="Text Placeholder 116">
            <a:extLst>
              <a:ext uri="{FF2B5EF4-FFF2-40B4-BE49-F238E27FC236}">
                <a16:creationId xmlns:a16="http://schemas.microsoft.com/office/drawing/2014/main" id="{514FB866-AC7C-C389-0036-7678AA2385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225924" y="5453890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30" name="Text Placeholder 112">
            <a:extLst>
              <a:ext uri="{FF2B5EF4-FFF2-40B4-BE49-F238E27FC236}">
                <a16:creationId xmlns:a16="http://schemas.microsoft.com/office/drawing/2014/main" id="{6E9F572A-1C6C-15D0-74AB-EB98E8F5F09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22169" y="5884181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31" name="Text Placeholder 116">
            <a:extLst>
              <a:ext uri="{FF2B5EF4-FFF2-40B4-BE49-F238E27FC236}">
                <a16:creationId xmlns:a16="http://schemas.microsoft.com/office/drawing/2014/main" id="{8281726F-33B3-01DD-E1A2-D81803EB9F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209942" y="5884181"/>
            <a:ext cx="409985" cy="244575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6" name="Text Placeholder 77">
            <a:extLst>
              <a:ext uri="{FF2B5EF4-FFF2-40B4-BE49-F238E27FC236}">
                <a16:creationId xmlns:a16="http://schemas.microsoft.com/office/drawing/2014/main" id="{FEC88098-53A6-EE0D-25E6-BD4B241966E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9645" y="1326397"/>
            <a:ext cx="3615260" cy="1438191"/>
          </a:xfrm>
          <a:solidFill>
            <a:schemeClr val="tx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Activities</a:t>
            </a:r>
          </a:p>
          <a:p>
            <a:pPr lvl="0"/>
            <a:r>
              <a:rPr lang="en-AU" dirty="0"/>
              <a:t>Write about activities and what they are doing</a:t>
            </a:r>
          </a:p>
        </p:txBody>
      </p:sp>
      <p:sp>
        <p:nvSpPr>
          <p:cNvPr id="18" name="Text Placeholder 77">
            <a:extLst>
              <a:ext uri="{FF2B5EF4-FFF2-40B4-BE49-F238E27FC236}">
                <a16:creationId xmlns:a16="http://schemas.microsoft.com/office/drawing/2014/main" id="{78528652-FB8A-DDAD-D00A-C95D9BDBF6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684" y="1322226"/>
            <a:ext cx="3615260" cy="1438191"/>
          </a:xfrm>
          <a:gradFill>
            <a:gsLst>
              <a:gs pos="0">
                <a:srgbClr val="B5D337"/>
              </a:gs>
              <a:gs pos="63000">
                <a:srgbClr val="338FCA"/>
              </a:gs>
              <a:gs pos="33000">
                <a:srgbClr val="33BFC3"/>
              </a:gs>
              <a:gs pos="100000">
                <a:srgbClr val="9117B6"/>
              </a:gs>
            </a:gsLst>
            <a:lin ang="27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>
            <a:lvl1pPr marL="0" indent="0">
              <a:buNone/>
              <a:defRPr lang="en-AU" sz="1050" dirty="0">
                <a:solidFill>
                  <a:srgbClr val="FFFFFF"/>
                </a:solidFill>
                <a:latin typeface="Rethink Sans" pitchFamily="2" charset="77"/>
                <a:ea typeface="Rethink Sans Medium"/>
                <a:cs typeface="Rethink Sans Medium"/>
              </a:defRPr>
            </a:lvl1pPr>
          </a:lstStyle>
          <a:p>
            <a:pPr marL="0" lvl="0" algn="ctr" defTabSz="825500" hangingPunct="0"/>
            <a:r>
              <a:rPr lang="en-AU" dirty="0"/>
              <a:t>Attitudes and Motivations</a:t>
            </a:r>
          </a:p>
          <a:p>
            <a:pPr marL="0" lvl="0" algn="ctr" defTabSz="825500" hangingPunct="0"/>
            <a:r>
              <a:rPr lang="en-AU" dirty="0"/>
              <a:t>Write about attitudes and motivations and what they are doing</a:t>
            </a:r>
          </a:p>
        </p:txBody>
      </p:sp>
      <p:sp>
        <p:nvSpPr>
          <p:cNvPr id="19" name="Text Placeholder 77">
            <a:extLst>
              <a:ext uri="{FF2B5EF4-FFF2-40B4-BE49-F238E27FC236}">
                <a16:creationId xmlns:a16="http://schemas.microsoft.com/office/drawing/2014/main" id="{C4DE86C0-E218-AD65-0C49-557B0B8489F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03006" y="1326396"/>
            <a:ext cx="3567683" cy="1438191"/>
          </a:xfrm>
          <a:solidFill>
            <a:schemeClr val="accent2">
              <a:lumMod val="60000"/>
              <a:lumOff val="4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Media Interactions</a:t>
            </a:r>
          </a:p>
          <a:p>
            <a:pPr lvl="0"/>
            <a:r>
              <a:rPr lang="en-AU" dirty="0"/>
              <a:t>Write about attitudes and motivations and what they are doing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F844245-3574-2CE1-AC0C-7E3CC93CCD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021" y="617619"/>
            <a:ext cx="407098" cy="4070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545ED2D-D49C-7778-00E9-86D676279AD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527" y="706976"/>
            <a:ext cx="231415" cy="23141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A8CA20-7743-1A06-CEEF-2F8C973921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5439" y="663956"/>
            <a:ext cx="316559" cy="31655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D12FC83-BF79-A1F7-FFCB-68587A0DD42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99938" y="646378"/>
            <a:ext cx="353921" cy="353921"/>
          </a:xfrm>
          <a:prstGeom prst="rect">
            <a:avLst/>
          </a:prstGeom>
        </p:spPr>
      </p:pic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9843C33-60F8-B095-1F45-931D595D040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433" y="686125"/>
            <a:ext cx="237155" cy="237155"/>
          </a:xfrm>
          <a:prstGeom prst="rect">
            <a:avLst/>
          </a:prstGeom>
        </p:spPr>
      </p:pic>
      <p:pic>
        <p:nvPicPr>
          <p:cNvPr id="22" name="Picture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42EF6D0-9A79-3723-0A4D-48B5205B2F6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00" y="689550"/>
            <a:ext cx="238693" cy="238693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A3DE0B-33AB-29C2-C3B7-12F318A16FD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22" y="692385"/>
            <a:ext cx="254120" cy="254120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060EE7-1DE5-8FBB-C336-0A5A750E795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751" y="706976"/>
            <a:ext cx="231415" cy="231415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AEE81E-4158-A335-C3E1-38142DA3364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734" y="696030"/>
            <a:ext cx="254121" cy="254121"/>
          </a:xfrm>
          <a:prstGeom prst="rect">
            <a:avLst/>
          </a:prstGeom>
        </p:spPr>
      </p:pic>
      <p:sp>
        <p:nvSpPr>
          <p:cNvPr id="26" name="Text Placeholder 32">
            <a:extLst>
              <a:ext uri="{FF2B5EF4-FFF2-40B4-BE49-F238E27FC236}">
                <a16:creationId xmlns:a16="http://schemas.microsoft.com/office/drawing/2014/main" id="{6270270E-57DA-49D6-7E17-C3701815ECB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23184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100,000      86% Regional</a:t>
            </a:r>
          </a:p>
        </p:txBody>
      </p:sp>
      <p:sp>
        <p:nvSpPr>
          <p:cNvPr id="27" name="Text Placeholder 32">
            <a:extLst>
              <a:ext uri="{FF2B5EF4-FFF2-40B4-BE49-F238E27FC236}">
                <a16:creationId xmlns:a16="http://schemas.microsoft.com/office/drawing/2014/main" id="{F641FC52-77E7-808C-F7E2-4715E704BC3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13296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35% Mangers/ Professionals</a:t>
            </a:r>
          </a:p>
        </p:txBody>
      </p:sp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B1DF58B-8752-534C-8094-FDEBB30FCB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803408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75% Married/ </a:t>
            </a:r>
            <a:r>
              <a:rPr lang="en-AU" dirty="0" err="1"/>
              <a:t>Defacto</a:t>
            </a:r>
            <a:endParaRPr lang="en-AU" dirty="0"/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AE907B46-4C65-3760-A33F-1637D6D8F5F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93520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44% Own home 35% Mortgage</a:t>
            </a:r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47A40919-1701-B9E2-7D9E-CCFCA96E457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783632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36% Partner and Kids</a:t>
            </a:r>
          </a:p>
        </p:txBody>
      </p:sp>
      <p:sp>
        <p:nvSpPr>
          <p:cNvPr id="31" name="Text Placeholder 32">
            <a:extLst>
              <a:ext uri="{FF2B5EF4-FFF2-40B4-BE49-F238E27FC236}">
                <a16:creationId xmlns:a16="http://schemas.microsoft.com/office/drawing/2014/main" id="{663658A6-7BE1-5EFE-A132-D37DD366686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73744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35% employed full time</a:t>
            </a:r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D75223E0-AB97-5A51-C1D6-0079D93B8CD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763856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40% Have a diploma or degree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7C90BD6-8598-4248-6B23-E82215046BA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53968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51% Earn &gt;$100k P.A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BAB4CBE5-1318-7C53-845B-CE1F90EECD8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744080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71% Male 29% Female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B185AE74-8D52-CF8A-BD3E-E50D2B45A75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80884" y="4498881"/>
            <a:ext cx="360000" cy="36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0C35FFC-87A4-6210-E4F1-971FE5E6519C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80884" y="4055266"/>
            <a:ext cx="360000" cy="360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F31D3FB9-1E7C-0747-F64D-2C8522FFF7A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80884" y="2753203"/>
            <a:ext cx="360000" cy="36000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93B77408-5B6C-533D-BCF7-1FF842F2957F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080884" y="4942496"/>
            <a:ext cx="360000" cy="36000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9F033062-91DC-B6AB-54AC-0F3CC176FA52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080884" y="3640433"/>
            <a:ext cx="360000" cy="33121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09C0B42C-D119-6BB2-2076-5EB946B2757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80884" y="5386111"/>
            <a:ext cx="360000" cy="36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33A1A260-0EB5-336D-EE51-7D34C80AF86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80884" y="3196818"/>
            <a:ext cx="360000" cy="360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9C7C8DDD-1267-7BD9-C33A-DC51BFE1B585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80884" y="5785485"/>
            <a:ext cx="360000" cy="36000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DD03B5C1-F4F7-C2E2-6E9F-3AAE00606BCD}"/>
              </a:ext>
            </a:extLst>
          </p:cNvPr>
          <p:cNvGrpSpPr/>
          <p:nvPr userDrawn="1"/>
        </p:nvGrpSpPr>
        <p:grpSpPr>
          <a:xfrm>
            <a:off x="7722304" y="3034316"/>
            <a:ext cx="1014563" cy="3257052"/>
            <a:chOff x="7773922" y="2990072"/>
            <a:chExt cx="1014563" cy="325705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E2CA69A-798B-C9D9-276D-6A894B597AC5}"/>
                </a:ext>
              </a:extLst>
            </p:cNvPr>
            <p:cNvSpPr txBox="1"/>
            <p:nvPr userDrawn="1"/>
          </p:nvSpPr>
          <p:spPr>
            <a:xfrm>
              <a:off x="7814478" y="2990072"/>
              <a:ext cx="933450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Magazines 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08E10DA-6FA3-16F5-4129-E1F22D7D117F}"/>
                </a:ext>
              </a:extLst>
            </p:cNvPr>
            <p:cNvSpPr txBox="1"/>
            <p:nvPr userDrawn="1"/>
          </p:nvSpPr>
          <p:spPr>
            <a:xfrm>
              <a:off x="7814478" y="3431575"/>
              <a:ext cx="933450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Newspapers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3DF8C5-DCA0-6176-23AD-57F58A13BEF3}"/>
                </a:ext>
              </a:extLst>
            </p:cNvPr>
            <p:cNvSpPr txBox="1"/>
            <p:nvPr userDrawn="1"/>
          </p:nvSpPr>
          <p:spPr>
            <a:xfrm>
              <a:off x="7773922" y="3876783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Radio 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D7613A0-666E-A107-3513-DE0D9C3F2A00}"/>
                </a:ext>
              </a:extLst>
            </p:cNvPr>
            <p:cNvSpPr txBox="1"/>
            <p:nvPr userDrawn="1"/>
          </p:nvSpPr>
          <p:spPr>
            <a:xfrm>
              <a:off x="7773922" y="4292202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Television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741AEAB-5301-1FF8-7329-6B27CE257E65}"/>
                </a:ext>
              </a:extLst>
            </p:cNvPr>
            <p:cNvSpPr txBox="1"/>
            <p:nvPr userDrawn="1"/>
          </p:nvSpPr>
          <p:spPr>
            <a:xfrm>
              <a:off x="7773922" y="5650526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Cinema 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2C4E8E5-A00A-7E95-ABB3-BB8D450F89D0}"/>
                </a:ext>
              </a:extLst>
            </p:cNvPr>
            <p:cNvSpPr txBox="1"/>
            <p:nvPr userDrawn="1"/>
          </p:nvSpPr>
          <p:spPr>
            <a:xfrm>
              <a:off x="7773922" y="4778006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Out of Home 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6A5A1EA-DDDE-85F7-CD1A-9B3E7C1747EE}"/>
                </a:ext>
              </a:extLst>
            </p:cNvPr>
            <p:cNvSpPr txBox="1"/>
            <p:nvPr userDrawn="1"/>
          </p:nvSpPr>
          <p:spPr>
            <a:xfrm>
              <a:off x="7773922" y="5169495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Social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C5BCB47-168C-38CB-B244-772B182E6257}"/>
                </a:ext>
              </a:extLst>
            </p:cNvPr>
            <p:cNvSpPr txBox="1"/>
            <p:nvPr userDrawn="1"/>
          </p:nvSpPr>
          <p:spPr>
            <a:xfrm>
              <a:off x="7773922" y="6042802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Digital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44634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VA Placemat">
    <p:bg>
      <p:bgPr>
        <a:gradFill>
          <a:gsLst>
            <a:gs pos="0">
              <a:srgbClr val="B5D337"/>
            </a:gs>
            <a:gs pos="52000">
              <a:srgbClr val="33BFC3"/>
            </a:gs>
            <a:gs pos="77000">
              <a:schemeClr val="accent5"/>
            </a:gs>
            <a:gs pos="100000">
              <a:schemeClr val="accent6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680ABA-49BD-50B2-0990-E3B74AFC66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1500EF-F524-A6CD-68F0-C125323C8AF1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2270CAA-4B51-3C6F-BD9E-160EA1CC4476}"/>
              </a:ext>
            </a:extLst>
          </p:cNvPr>
          <p:cNvCxnSpPr/>
          <p:nvPr userDrawn="1"/>
        </p:nvCxnSpPr>
        <p:spPr>
          <a:xfrm>
            <a:off x="529645" y="523141"/>
            <a:ext cx="0" cy="6091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4599744-20EE-2456-01D8-C4A963B1BCC7}"/>
              </a:ext>
            </a:extLst>
          </p:cNvPr>
          <p:cNvCxnSpPr/>
          <p:nvPr userDrawn="1"/>
        </p:nvCxnSpPr>
        <p:spPr>
          <a:xfrm>
            <a:off x="11670689" y="391528"/>
            <a:ext cx="0" cy="6091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3A83F4-67C8-DE34-DB42-6ABF9AB0ACEC}"/>
              </a:ext>
            </a:extLst>
          </p:cNvPr>
          <p:cNvCxnSpPr/>
          <p:nvPr userDrawn="1"/>
        </p:nvCxnSpPr>
        <p:spPr>
          <a:xfrm>
            <a:off x="552302" y="369094"/>
            <a:ext cx="113729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DAADBD4-A8B9-6E44-9B1B-885FC086742D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2F5DD36-0636-E4A3-9DEF-28ECDB12A4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021" y="617619"/>
            <a:ext cx="407098" cy="40709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6BB9EB-39EA-B972-C1A0-EBD89A1CF3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527" y="706976"/>
            <a:ext cx="231415" cy="23141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60E0A1-A298-83D1-C4F6-0D9FFBA33D4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5439" y="663956"/>
            <a:ext cx="316559" cy="316559"/>
          </a:xfrm>
          <a:prstGeom prst="rect">
            <a:avLst/>
          </a:prstGeom>
        </p:spPr>
      </p:pic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8F03B921-FB26-7B00-D6E1-D331DC2D1320}"/>
              </a:ext>
            </a:extLst>
          </p:cNvPr>
          <p:cNvSpPr txBox="1">
            <a:spLocks/>
          </p:cNvSpPr>
          <p:nvPr userDrawn="1"/>
        </p:nvSpPr>
        <p:spPr>
          <a:xfrm>
            <a:off x="521310" y="376127"/>
            <a:ext cx="2267094" cy="909637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400" b="0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2pPr>
            <a:lvl3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3pPr>
            <a:lvl4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4pPr>
            <a:lvl5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5pPr>
            <a:lvl6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6pPr>
            <a:lvl7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7pPr>
            <a:lvl8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8pPr>
            <a:lvl9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+mn-lt"/>
              </a:rPr>
              <a:t>High Value Audience Persona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54CDE6C-E278-AF1E-0E8F-51511ABDF580}"/>
              </a:ext>
            </a:extLst>
          </p:cNvPr>
          <p:cNvSpPr txBox="1">
            <a:spLocks/>
          </p:cNvSpPr>
          <p:nvPr userDrawn="1"/>
        </p:nvSpPr>
        <p:spPr>
          <a:xfrm>
            <a:off x="2864349" y="371696"/>
            <a:ext cx="8798006" cy="310799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50800" tIns="50800" rIns="50800" bIns="5080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2400" b="0">
                <a:solidFill>
                  <a:srgbClr val="370195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2pPr>
            <a:lvl3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3pPr>
            <a:lvl4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4pPr>
            <a:lvl5pPr marL="0" marR="0" indent="0" algn="l" defTabSz="410766" rtl="0" latinLnBrk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n-ea"/>
                <a:cs typeface="+mn-cs"/>
                <a:sym typeface="Montserrat Regular"/>
              </a:defRPr>
            </a:lvl5pPr>
            <a:lvl6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6pPr>
            <a:lvl7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7pPr>
            <a:lvl8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8pPr>
            <a:lvl9pPr marL="0" marR="0" indent="0" algn="l" defTabSz="410766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Montserrat Regular"/>
              </a:defRPr>
            </a:lvl9pPr>
          </a:lstStyle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Key Demographics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0808E6F8-63E6-00B9-1C6F-1D62E471181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99938" y="646378"/>
            <a:ext cx="353921" cy="353921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2F4A7E6E-C825-BFA4-E585-9763DE1C1E48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0884" y="4498881"/>
            <a:ext cx="360000" cy="36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4891DC4-D35F-5409-EE55-BF2EE1E72EB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80884" y="4055266"/>
            <a:ext cx="360000" cy="36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D39DD0D-C5F0-1ECE-C130-BBD90997362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80884" y="2753203"/>
            <a:ext cx="360000" cy="36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3AC5EE99-217A-B121-CFAD-32D99DCE343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80884" y="4942496"/>
            <a:ext cx="360000" cy="36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00CE6778-F718-71F5-D5B3-65DF85096682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80884" y="3640433"/>
            <a:ext cx="360000" cy="331218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29466E4-E5B4-FE57-7857-85D3B87AF63F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80884" y="5386111"/>
            <a:ext cx="360000" cy="36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2E432ABA-2C37-E130-7459-18C03B46FF1B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80884" y="3196818"/>
            <a:ext cx="360000" cy="360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767575B-EA85-1F76-9663-EE6DECA76B9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080884" y="5785485"/>
            <a:ext cx="360000" cy="360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A6B3D194-ECD8-012F-B628-B3F4AA07F24B}"/>
              </a:ext>
            </a:extLst>
          </p:cNvPr>
          <p:cNvGrpSpPr/>
          <p:nvPr userDrawn="1"/>
        </p:nvGrpSpPr>
        <p:grpSpPr>
          <a:xfrm>
            <a:off x="7722304" y="3034316"/>
            <a:ext cx="1014563" cy="3257052"/>
            <a:chOff x="7773922" y="2990072"/>
            <a:chExt cx="1014563" cy="325705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7483DFF-069C-70FD-560A-5554173A3221}"/>
                </a:ext>
              </a:extLst>
            </p:cNvPr>
            <p:cNvSpPr txBox="1"/>
            <p:nvPr userDrawn="1"/>
          </p:nvSpPr>
          <p:spPr>
            <a:xfrm>
              <a:off x="7814478" y="2990072"/>
              <a:ext cx="933450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Magazines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8D9A636-E600-A3DC-F108-24200219D2B8}"/>
                </a:ext>
              </a:extLst>
            </p:cNvPr>
            <p:cNvSpPr txBox="1"/>
            <p:nvPr userDrawn="1"/>
          </p:nvSpPr>
          <p:spPr>
            <a:xfrm>
              <a:off x="7814478" y="3431575"/>
              <a:ext cx="933450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Newspapers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36E107B-3D0B-80AD-0E90-3A9923F884DF}"/>
                </a:ext>
              </a:extLst>
            </p:cNvPr>
            <p:cNvSpPr txBox="1"/>
            <p:nvPr userDrawn="1"/>
          </p:nvSpPr>
          <p:spPr>
            <a:xfrm>
              <a:off x="7773922" y="3876783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Radio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84CCAD3-CAA6-019B-71D8-2D0A1B2ACA58}"/>
                </a:ext>
              </a:extLst>
            </p:cNvPr>
            <p:cNvSpPr txBox="1"/>
            <p:nvPr userDrawn="1"/>
          </p:nvSpPr>
          <p:spPr>
            <a:xfrm>
              <a:off x="7773922" y="4292202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Television 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A0A112A-4370-234E-F351-6B1AC403FA4D}"/>
                </a:ext>
              </a:extLst>
            </p:cNvPr>
            <p:cNvSpPr txBox="1"/>
            <p:nvPr userDrawn="1"/>
          </p:nvSpPr>
          <p:spPr>
            <a:xfrm>
              <a:off x="7773922" y="5650526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Cinema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F2A5148-08C0-C0E3-EBBC-EC37DA1AA446}"/>
                </a:ext>
              </a:extLst>
            </p:cNvPr>
            <p:cNvSpPr txBox="1"/>
            <p:nvPr userDrawn="1"/>
          </p:nvSpPr>
          <p:spPr>
            <a:xfrm>
              <a:off x="7773922" y="4778006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Out of Home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528A9FC-8420-52AD-48B9-2961D78823AD}"/>
                </a:ext>
              </a:extLst>
            </p:cNvPr>
            <p:cNvSpPr txBox="1"/>
            <p:nvPr userDrawn="1"/>
          </p:nvSpPr>
          <p:spPr>
            <a:xfrm>
              <a:off x="7773922" y="5169495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Social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A994DB-1250-C6DE-C38F-69EB58FF8229}"/>
                </a:ext>
              </a:extLst>
            </p:cNvPr>
            <p:cNvSpPr txBox="1"/>
            <p:nvPr userDrawn="1"/>
          </p:nvSpPr>
          <p:spPr>
            <a:xfrm>
              <a:off x="7773922" y="6042802"/>
              <a:ext cx="1014563" cy="204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5453" tIns="55453" rIns="55453" bIns="55453" numCol="1" spcCol="38100" rtlCol="0" anchor="t">
              <a:spAutoFit/>
            </a:bodyPr>
            <a:lstStyle/>
            <a:p>
              <a:pPr marL="0" marR="0" indent="0" algn="ctr" defTabSz="1109609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AU" sz="6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rPr>
                <a:t>Digital</a:t>
              </a:r>
            </a:p>
          </p:txBody>
        </p:sp>
      </p:grp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8A494879-6B90-CC6D-C0A5-2EE2972437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988" y="2796804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79" name="Text Placeholder 77">
            <a:extLst>
              <a:ext uri="{FF2B5EF4-FFF2-40B4-BE49-F238E27FC236}">
                <a16:creationId xmlns:a16="http://schemas.microsoft.com/office/drawing/2014/main" id="{5C540C17-0E8E-3072-8D2B-4F0C373593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942" y="2796804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0" name="Text Placeholder 77">
            <a:extLst>
              <a:ext uri="{FF2B5EF4-FFF2-40B4-BE49-F238E27FC236}">
                <a16:creationId xmlns:a16="http://schemas.microsoft.com/office/drawing/2014/main" id="{93D43DEA-C441-4651-2C32-0015B1EE89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988" y="3643821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1" name="Text Placeholder 77">
            <a:extLst>
              <a:ext uri="{FF2B5EF4-FFF2-40B4-BE49-F238E27FC236}">
                <a16:creationId xmlns:a16="http://schemas.microsoft.com/office/drawing/2014/main" id="{3C3F3A1B-3BA7-A142-0891-32AA3AEFB0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53942" y="3643821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2" name="Text Placeholder 77">
            <a:extLst>
              <a:ext uri="{FF2B5EF4-FFF2-40B4-BE49-F238E27FC236}">
                <a16:creationId xmlns:a16="http://schemas.microsoft.com/office/drawing/2014/main" id="{A4074E58-3E86-E685-C6BA-0B091DD88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040" y="4490838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3" name="Text Placeholder 77">
            <a:extLst>
              <a:ext uri="{FF2B5EF4-FFF2-40B4-BE49-F238E27FC236}">
                <a16:creationId xmlns:a16="http://schemas.microsoft.com/office/drawing/2014/main" id="{F7C2CF9A-FFA8-3FB0-5811-9213915FED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63994" y="4490838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4" name="Text Placeholder 77">
            <a:extLst>
              <a:ext uri="{FF2B5EF4-FFF2-40B4-BE49-F238E27FC236}">
                <a16:creationId xmlns:a16="http://schemas.microsoft.com/office/drawing/2014/main" id="{34F2AD68-9E2C-ACBA-271F-2DB7E4EC85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040" y="5337856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85" name="Text Placeholder 77">
            <a:extLst>
              <a:ext uri="{FF2B5EF4-FFF2-40B4-BE49-F238E27FC236}">
                <a16:creationId xmlns:a16="http://schemas.microsoft.com/office/drawing/2014/main" id="{ABA0AD81-25FD-1812-A2E7-B70A7DEFDD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3994" y="5337856"/>
            <a:ext cx="1780911" cy="842745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0D99372-D36F-4B03-4B08-B4FAD2C19C4E}"/>
              </a:ext>
            </a:extLst>
          </p:cNvPr>
          <p:cNvSpPr txBox="1"/>
          <p:nvPr userDrawn="1"/>
        </p:nvSpPr>
        <p:spPr>
          <a:xfrm>
            <a:off x="4323441" y="2796588"/>
            <a:ext cx="353943" cy="1681200"/>
          </a:xfrm>
          <a:prstGeom prst="rect">
            <a:avLst/>
          </a:prstGeom>
          <a:solidFill>
            <a:schemeClr val="tx1"/>
          </a:solidFill>
        </p:spPr>
        <p:txBody>
          <a:bodyPr vert="vert270"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AU" dirty="0"/>
              <a:t>Attitudes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C4DC350-8C80-D86A-E89E-E732438E6E38}"/>
              </a:ext>
            </a:extLst>
          </p:cNvPr>
          <p:cNvSpPr txBox="1"/>
          <p:nvPr userDrawn="1"/>
        </p:nvSpPr>
        <p:spPr>
          <a:xfrm>
            <a:off x="4321684" y="4498598"/>
            <a:ext cx="353943" cy="1682003"/>
          </a:xfrm>
          <a:prstGeom prst="rect">
            <a:avLst/>
          </a:prstGeom>
          <a:solidFill>
            <a:schemeClr val="tx1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AU" sz="1100" dirty="0">
                <a:solidFill>
                  <a:schemeClr val="bg1"/>
                </a:solidFill>
              </a:rPr>
              <a:t>Motivations</a:t>
            </a:r>
          </a:p>
        </p:txBody>
      </p:sp>
      <p:sp>
        <p:nvSpPr>
          <p:cNvPr id="95" name="Text Placeholder 77">
            <a:extLst>
              <a:ext uri="{FF2B5EF4-FFF2-40B4-BE49-F238E27FC236}">
                <a16:creationId xmlns:a16="http://schemas.microsoft.com/office/drawing/2014/main" id="{29645A87-A389-670F-8734-A70E6F39AA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58044" y="2810718"/>
            <a:ext cx="3153726" cy="1681200"/>
          </a:xfr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AU" sz="1050" dirty="0">
                <a:solidFill>
                  <a:schemeClr val="bg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96" name="Text Placeholder 77">
            <a:extLst>
              <a:ext uri="{FF2B5EF4-FFF2-40B4-BE49-F238E27FC236}">
                <a16:creationId xmlns:a16="http://schemas.microsoft.com/office/drawing/2014/main" id="{50812A26-94B1-8826-443A-DD75383CE0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55485" y="4532695"/>
            <a:ext cx="3153726" cy="1681200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dirty="0"/>
              <a:t>XX% did something that was cool (ix. </a:t>
            </a:r>
            <a:r>
              <a:rPr lang="en-AU" dirty="0" err="1"/>
              <a:t>Xxx</a:t>
            </a:r>
            <a:r>
              <a:rPr lang="en-AU" dirty="0"/>
              <a:t>)</a:t>
            </a:r>
          </a:p>
        </p:txBody>
      </p:sp>
      <p:sp>
        <p:nvSpPr>
          <p:cNvPr id="109" name="Chart Placeholder 108">
            <a:extLst>
              <a:ext uri="{FF2B5EF4-FFF2-40B4-BE49-F238E27FC236}">
                <a16:creationId xmlns:a16="http://schemas.microsoft.com/office/drawing/2014/main" id="{6BECC065-EF9D-C982-39E4-BCEB3E434072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8507413" y="2810719"/>
            <a:ext cx="1695959" cy="3369420"/>
          </a:xfrm>
        </p:spPr>
        <p:txBody>
          <a:bodyPr/>
          <a:lstStyle/>
          <a:p>
            <a:endParaRPr lang="en-AU"/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D21BB6E3-115B-DC4F-E239-ED020FF9A7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32374" y="2872138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1BB84397-21F0-EB31-A4D6-51E5D96C16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220147" y="2872138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18" name="Text Placeholder 112">
            <a:extLst>
              <a:ext uri="{FF2B5EF4-FFF2-40B4-BE49-F238E27FC236}">
                <a16:creationId xmlns:a16="http://schemas.microsoft.com/office/drawing/2014/main" id="{E6102AC5-9A58-CEB1-3866-975AC1CD99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22169" y="3302430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19" name="Text Placeholder 116">
            <a:extLst>
              <a:ext uri="{FF2B5EF4-FFF2-40B4-BE49-F238E27FC236}">
                <a16:creationId xmlns:a16="http://schemas.microsoft.com/office/drawing/2014/main" id="{5CA322EA-5CBC-475C-0BB4-5D4CCC944D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209942" y="3302430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0" name="Text Placeholder 112">
            <a:extLst>
              <a:ext uri="{FF2B5EF4-FFF2-40B4-BE49-F238E27FC236}">
                <a16:creationId xmlns:a16="http://schemas.microsoft.com/office/drawing/2014/main" id="{3905F117-6525-060F-EC8D-06FBB3081C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22169" y="3732722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1" name="Text Placeholder 116">
            <a:extLst>
              <a:ext uri="{FF2B5EF4-FFF2-40B4-BE49-F238E27FC236}">
                <a16:creationId xmlns:a16="http://schemas.microsoft.com/office/drawing/2014/main" id="{F4C07D57-D769-AB20-4EED-8C0851F806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209942" y="3732722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2" name="Text Placeholder 112">
            <a:extLst>
              <a:ext uri="{FF2B5EF4-FFF2-40B4-BE49-F238E27FC236}">
                <a16:creationId xmlns:a16="http://schemas.microsoft.com/office/drawing/2014/main" id="{0FD7724B-D254-3EA2-A980-4F4CFCF818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47550" y="4163014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3" name="Text Placeholder 116">
            <a:extLst>
              <a:ext uri="{FF2B5EF4-FFF2-40B4-BE49-F238E27FC236}">
                <a16:creationId xmlns:a16="http://schemas.microsoft.com/office/drawing/2014/main" id="{9F52E9F0-5A24-EFC7-AC74-E2EDCE05BE7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35323" y="4163014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4" name="Text Placeholder 112">
            <a:extLst>
              <a:ext uri="{FF2B5EF4-FFF2-40B4-BE49-F238E27FC236}">
                <a16:creationId xmlns:a16="http://schemas.microsoft.com/office/drawing/2014/main" id="{CAB53F27-D680-D53C-09CB-526485BB9E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151" y="4593306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5" name="Text Placeholder 116">
            <a:extLst>
              <a:ext uri="{FF2B5EF4-FFF2-40B4-BE49-F238E27FC236}">
                <a16:creationId xmlns:a16="http://schemas.microsoft.com/office/drawing/2014/main" id="{2B5D394A-4F47-2B82-EFD9-CD53B40D8C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25924" y="4593306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6" name="Text Placeholder 112">
            <a:extLst>
              <a:ext uri="{FF2B5EF4-FFF2-40B4-BE49-F238E27FC236}">
                <a16:creationId xmlns:a16="http://schemas.microsoft.com/office/drawing/2014/main" id="{27EFEF34-2A35-249D-C24C-21E18F67FF5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222169" y="5023598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7" name="Text Placeholder 116">
            <a:extLst>
              <a:ext uri="{FF2B5EF4-FFF2-40B4-BE49-F238E27FC236}">
                <a16:creationId xmlns:a16="http://schemas.microsoft.com/office/drawing/2014/main" id="{8CE8CC6D-E558-1304-C35C-B8F1D0E5648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209942" y="5023598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28" name="Text Placeholder 112">
            <a:extLst>
              <a:ext uri="{FF2B5EF4-FFF2-40B4-BE49-F238E27FC236}">
                <a16:creationId xmlns:a16="http://schemas.microsoft.com/office/drawing/2014/main" id="{9EC52B81-C964-F389-18EE-C193C308D8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238151" y="5453890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29" name="Text Placeholder 116">
            <a:extLst>
              <a:ext uri="{FF2B5EF4-FFF2-40B4-BE49-F238E27FC236}">
                <a16:creationId xmlns:a16="http://schemas.microsoft.com/office/drawing/2014/main" id="{514FB866-AC7C-C389-0036-7678AA2385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225924" y="5453890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130" name="Text Placeholder 112">
            <a:extLst>
              <a:ext uri="{FF2B5EF4-FFF2-40B4-BE49-F238E27FC236}">
                <a16:creationId xmlns:a16="http://schemas.microsoft.com/office/drawing/2014/main" id="{6E9F572A-1C6C-15D0-74AB-EB98E8F5F09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22169" y="5884181"/>
            <a:ext cx="973694" cy="2381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pPr lvl="0"/>
            <a:r>
              <a:rPr lang="en-AU" sz="600" dirty="0"/>
              <a:t>A Cool thing about Mags</a:t>
            </a:r>
            <a:endParaRPr lang="en-AU" dirty="0"/>
          </a:p>
        </p:txBody>
      </p:sp>
      <p:sp>
        <p:nvSpPr>
          <p:cNvPr id="131" name="Text Placeholder 116">
            <a:extLst>
              <a:ext uri="{FF2B5EF4-FFF2-40B4-BE49-F238E27FC236}">
                <a16:creationId xmlns:a16="http://schemas.microsoft.com/office/drawing/2014/main" id="{8281726F-33B3-01DD-E1A2-D81803EB9F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209942" y="5884181"/>
            <a:ext cx="409985" cy="244575"/>
          </a:xfrm>
          <a:solidFill>
            <a:schemeClr val="tx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100</a:t>
            </a:r>
          </a:p>
        </p:txBody>
      </p:sp>
      <p:sp>
        <p:nvSpPr>
          <p:cNvPr id="6" name="Text Placeholder 77">
            <a:extLst>
              <a:ext uri="{FF2B5EF4-FFF2-40B4-BE49-F238E27FC236}">
                <a16:creationId xmlns:a16="http://schemas.microsoft.com/office/drawing/2014/main" id="{FEC88098-53A6-EE0D-25E6-BD4B241966E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9645" y="1326397"/>
            <a:ext cx="3615260" cy="1438191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Activities</a:t>
            </a:r>
          </a:p>
          <a:p>
            <a:pPr lvl="0"/>
            <a:r>
              <a:rPr lang="en-AU" dirty="0"/>
              <a:t>Write about activities and what they are doing</a:t>
            </a:r>
          </a:p>
        </p:txBody>
      </p:sp>
      <p:sp>
        <p:nvSpPr>
          <p:cNvPr id="18" name="Text Placeholder 77">
            <a:extLst>
              <a:ext uri="{FF2B5EF4-FFF2-40B4-BE49-F238E27FC236}">
                <a16:creationId xmlns:a16="http://schemas.microsoft.com/office/drawing/2014/main" id="{78528652-FB8A-DDAD-D00A-C95D9BDBF6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684" y="1322226"/>
            <a:ext cx="3615260" cy="1438191"/>
          </a:xfr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>
            <a:lvl1pPr marL="0" indent="0">
              <a:buNone/>
              <a:defRPr lang="en-AU" sz="1050" dirty="0">
                <a:solidFill>
                  <a:srgbClr val="FFFFFF"/>
                </a:solidFill>
                <a:latin typeface="Rethink Sans" pitchFamily="2" charset="77"/>
                <a:ea typeface="Rethink Sans Medium"/>
                <a:cs typeface="Rethink Sans Medium"/>
              </a:defRPr>
            </a:lvl1pPr>
          </a:lstStyle>
          <a:p>
            <a:pPr marL="0" lvl="0" algn="ctr" defTabSz="825500" hangingPunct="0"/>
            <a:r>
              <a:rPr lang="en-AU" dirty="0"/>
              <a:t>Attitudes and Motivations</a:t>
            </a:r>
          </a:p>
          <a:p>
            <a:pPr marL="0" lvl="0" algn="ctr" defTabSz="825500" hangingPunct="0"/>
            <a:r>
              <a:rPr lang="en-AU" dirty="0"/>
              <a:t>Write about attitudes and motivations and what they are doing</a:t>
            </a:r>
          </a:p>
        </p:txBody>
      </p:sp>
      <p:sp>
        <p:nvSpPr>
          <p:cNvPr id="19" name="Text Placeholder 77">
            <a:extLst>
              <a:ext uri="{FF2B5EF4-FFF2-40B4-BE49-F238E27FC236}">
                <a16:creationId xmlns:a16="http://schemas.microsoft.com/office/drawing/2014/main" id="{C4DE86C0-E218-AD65-0C49-557B0B8489F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03006" y="1326396"/>
            <a:ext cx="3567683" cy="1438191"/>
          </a:xfrm>
          <a:solidFill>
            <a:schemeClr val="tx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Media Interactions</a:t>
            </a:r>
          </a:p>
          <a:p>
            <a:pPr lvl="0"/>
            <a:r>
              <a:rPr lang="en-AU" dirty="0"/>
              <a:t>Write about attitudes and motivations and what they are doing</a:t>
            </a:r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ADEE71-53FC-8EDA-8D56-E0404B57C83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433" y="686125"/>
            <a:ext cx="237155" cy="237155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433C8A-1048-AAC7-D9A7-C3AB6A44D5E9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00" y="689550"/>
            <a:ext cx="238693" cy="238693"/>
          </a:xfrm>
          <a:prstGeom prst="rect">
            <a:avLst/>
          </a:prstGeom>
        </p:spPr>
      </p:pic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6164E64-B086-6EE4-A6F4-E085C4253CD4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22" y="692385"/>
            <a:ext cx="254120" cy="254120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3B74444-D0D8-6B60-9F4F-874A94331506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751" y="706976"/>
            <a:ext cx="231415" cy="231415"/>
          </a:xfrm>
          <a:prstGeom prst="rect">
            <a:avLst/>
          </a:prstGeom>
        </p:spPr>
      </p:pic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75B9353-B41E-0E9F-C390-1DD3F7C49421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734" y="696030"/>
            <a:ext cx="254121" cy="254121"/>
          </a:xfrm>
          <a:prstGeom prst="rect">
            <a:avLst/>
          </a:prstGeo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17E3989-D57E-4D7D-11D4-AE5EE0CA48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23184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100,000      86% Regional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037229F8-EC8C-38E2-5340-01D2247F6FC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13296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35% Mangers/ Professionals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7AB690FE-EC58-F904-27D8-9607E04968D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803408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75% Married/ </a:t>
            </a:r>
            <a:r>
              <a:rPr lang="en-AU" dirty="0" err="1"/>
              <a:t>Defacto</a:t>
            </a:r>
            <a:endParaRPr lang="en-AU" dirty="0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A85A6C03-7414-ACD3-EA54-7179FE2CB7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93520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44% Own home 35% Mortgage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E7A195B0-A3D1-FDCF-24B9-76A3260385B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783632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36% Partner and Kids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4219960D-DD1B-1960-BFF9-F4412372D7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73744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35% employed full time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4556B4E0-26B9-9F63-5D77-940CB17D9F1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763856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40% Have a diploma or degree</a:t>
            </a:r>
          </a:p>
        </p:txBody>
      </p:sp>
      <p:sp>
        <p:nvSpPr>
          <p:cNvPr id="66" name="Text Placeholder 32">
            <a:extLst>
              <a:ext uri="{FF2B5EF4-FFF2-40B4-BE49-F238E27FC236}">
                <a16:creationId xmlns:a16="http://schemas.microsoft.com/office/drawing/2014/main" id="{C5C19B1D-8CA9-9902-C206-46739A94C7D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53968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51% Earn &gt;$100k P.A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CD7DF21F-FA13-99E6-6763-10797DBF791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744080" y="969835"/>
            <a:ext cx="907429" cy="310799"/>
          </a:xfrm>
        </p:spPr>
        <p:txBody>
          <a:bodyPr anchor="ctr">
            <a:noAutofit/>
          </a:bodyPr>
          <a:lstStyle>
            <a:lvl1pPr algn="ctr">
              <a:defRPr sz="800" b="1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AU" dirty="0"/>
              <a:t>71% Male 29% Female</a:t>
            </a:r>
          </a:p>
        </p:txBody>
      </p:sp>
    </p:spTree>
    <p:extLst>
      <p:ext uri="{BB962C8B-B14F-4D97-AF65-F5344CB8AC3E}">
        <p14:creationId xmlns:p14="http://schemas.microsoft.com/office/powerpoint/2010/main" val="36922717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te Study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7E815B5-5619-EF4A-2A69-92606D92AA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86675" y="0"/>
            <a:ext cx="4505325" cy="6858000"/>
          </a:xfrm>
        </p:spPr>
        <p:txBody>
          <a:bodyPr/>
          <a:lstStyle/>
          <a:p>
            <a:endParaRPr lang="en-AU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F7E16B8-C1DF-5DD8-78F8-3C3FF9C1A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999" y="391527"/>
            <a:ext cx="4784765" cy="1826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</a:t>
            </a:r>
            <a:br>
              <a:rPr lang="en-US" dirty="0"/>
            </a:br>
            <a:r>
              <a:rPr lang="en-US" dirty="0"/>
              <a:t>two-three </a:t>
            </a:r>
            <a:br>
              <a:rPr lang="en-US" dirty="0"/>
            </a:br>
            <a:r>
              <a:rPr lang="en-US" dirty="0"/>
              <a:t>line headline</a:t>
            </a:r>
          </a:p>
        </p:txBody>
      </p:sp>
      <p:sp>
        <p:nvSpPr>
          <p:cNvPr id="10" name="Picture Placeholder 59">
            <a:extLst>
              <a:ext uri="{FF2B5EF4-FFF2-40B4-BE49-F238E27FC236}">
                <a16:creationId xmlns:a16="http://schemas.microsoft.com/office/drawing/2014/main" id="{BE246140-8418-09D8-753A-20EA1B6D3E3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905" y="987880"/>
            <a:ext cx="596900" cy="5984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47">
            <a:extLst>
              <a:ext uri="{FF2B5EF4-FFF2-40B4-BE49-F238E27FC236}">
                <a16:creationId xmlns:a16="http://schemas.microsoft.com/office/drawing/2014/main" id="{187F2EDB-6262-D6F4-5C7B-4F90364E7C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34623" y="2413591"/>
            <a:ext cx="5137602" cy="144556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marL="0" defTabSz="1219169" hangingPunct="0">
              <a:buSzTx/>
              <a:defRPr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, sed do </a:t>
            </a:r>
            <a:r>
              <a:rPr lang="en-AU" dirty="0" err="1"/>
              <a:t>eiusmod</a:t>
            </a:r>
            <a:r>
              <a:rPr lang="en-AU" dirty="0"/>
              <a:t> </a:t>
            </a:r>
            <a:r>
              <a:rPr lang="en-AU" dirty="0" err="1"/>
              <a:t>tempor</a:t>
            </a:r>
            <a:r>
              <a:rPr lang="en-AU" dirty="0"/>
              <a:t>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incididunt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ut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 labore et dolore magna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aliqua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348D5C-94B9-7521-EED5-75C84F7370CC}"/>
              </a:ext>
            </a:extLst>
          </p:cNvPr>
          <p:cNvSpPr/>
          <p:nvPr userDrawn="1"/>
        </p:nvSpPr>
        <p:spPr>
          <a:xfrm>
            <a:off x="6886575" y="1274762"/>
            <a:ext cx="4775780" cy="4934652"/>
          </a:xfrm>
          <a:prstGeom prst="rect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chemeClr val="tx1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EFCF1-8914-71CC-04DB-ADB7B8ECF228}"/>
              </a:ext>
            </a:extLst>
          </p:cNvPr>
          <p:cNvSpPr txBox="1"/>
          <p:nvPr userDrawn="1"/>
        </p:nvSpPr>
        <p:spPr>
          <a:xfrm>
            <a:off x="1932239" y="4099947"/>
            <a:ext cx="367608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enim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ad minim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veniam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,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quis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nostrud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exercitation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ullamco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laboris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nisi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aliquip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ea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commodo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consequat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9E906-59C8-42A1-4382-7198D8849F3E}"/>
              </a:ext>
            </a:extLst>
          </p:cNvPr>
          <p:cNvGrpSpPr/>
          <p:nvPr userDrawn="1"/>
        </p:nvGrpSpPr>
        <p:grpSpPr>
          <a:xfrm rot="16200000">
            <a:off x="1531125" y="4174934"/>
            <a:ext cx="266401" cy="266401"/>
            <a:chOff x="6083108" y="548192"/>
            <a:chExt cx="371147" cy="3711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7CAB2B-A63F-F6E8-AEDF-48EE06D33817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chemeClr val="bg1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6" name="Triangle 10">
              <a:extLst>
                <a:ext uri="{FF2B5EF4-FFF2-40B4-BE49-F238E27FC236}">
                  <a16:creationId xmlns:a16="http://schemas.microsoft.com/office/drawing/2014/main" id="{97BC1F14-5787-8AE1-AF3C-4CF2A226DF6C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F6F91B-5427-5CEF-9E8C-82EC577140D5}"/>
              </a:ext>
            </a:extLst>
          </p:cNvPr>
          <p:cNvGrpSpPr/>
          <p:nvPr userDrawn="1"/>
        </p:nvGrpSpPr>
        <p:grpSpPr>
          <a:xfrm rot="16200000">
            <a:off x="1531124" y="5007888"/>
            <a:ext cx="266401" cy="266401"/>
            <a:chOff x="6083108" y="548192"/>
            <a:chExt cx="371147" cy="371147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3A29CA-1632-B186-0879-50C46329B46B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chemeClr val="bg1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9" name="Triangle 10">
              <a:extLst>
                <a:ext uri="{FF2B5EF4-FFF2-40B4-BE49-F238E27FC236}">
                  <a16:creationId xmlns:a16="http://schemas.microsoft.com/office/drawing/2014/main" id="{189C9668-5C57-111A-88AB-7ED3152603DB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B6B97E0-93B5-D277-734D-1871E9BE83F9}"/>
              </a:ext>
            </a:extLst>
          </p:cNvPr>
          <p:cNvSpPr txBox="1"/>
          <p:nvPr userDrawn="1"/>
        </p:nvSpPr>
        <p:spPr>
          <a:xfrm>
            <a:off x="1905000" y="4926675"/>
            <a:ext cx="367608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enim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ad minim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veniam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,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quis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nostrud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exercitation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ullamco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laboris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nisi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aliquip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ea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commodo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consequat</a:t>
            </a:r>
            <a:r>
              <a:rPr lang="en-US" sz="1400" kern="0" dirty="0">
                <a:solidFill>
                  <a:schemeClr val="bg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9BBDA-4AFD-35A2-AAFD-21B680AC34A5}"/>
              </a:ext>
            </a:extLst>
          </p:cNvPr>
          <p:cNvSpPr txBox="1"/>
          <p:nvPr userDrawn="1"/>
        </p:nvSpPr>
        <p:spPr>
          <a:xfrm>
            <a:off x="7167122" y="2412925"/>
            <a:ext cx="130219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B1C35-3F64-4DA1-7252-ED13BF804A22}"/>
              </a:ext>
            </a:extLst>
          </p:cNvPr>
          <p:cNvSpPr txBox="1"/>
          <p:nvPr userDrawn="1"/>
        </p:nvSpPr>
        <p:spPr>
          <a:xfrm>
            <a:off x="7221146" y="3034151"/>
            <a:ext cx="107320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85AE0-7471-57ED-03D2-79031E067BAA}"/>
              </a:ext>
            </a:extLst>
          </p:cNvPr>
          <p:cNvSpPr txBox="1"/>
          <p:nvPr userDrawn="1"/>
        </p:nvSpPr>
        <p:spPr>
          <a:xfrm>
            <a:off x="8522886" y="2407436"/>
            <a:ext cx="1527578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6D25E8-178F-DE4C-D67C-D384B905866A}"/>
              </a:ext>
            </a:extLst>
          </p:cNvPr>
          <p:cNvSpPr txBox="1"/>
          <p:nvPr userDrawn="1"/>
        </p:nvSpPr>
        <p:spPr>
          <a:xfrm>
            <a:off x="8564279" y="3034151"/>
            <a:ext cx="107320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3A2B2C-8611-F9F4-2749-3EAA920C8BA7}"/>
              </a:ext>
            </a:extLst>
          </p:cNvPr>
          <p:cNvSpPr txBox="1"/>
          <p:nvPr userDrawn="1"/>
        </p:nvSpPr>
        <p:spPr>
          <a:xfrm>
            <a:off x="9960014" y="2428376"/>
            <a:ext cx="145883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0574D-A75F-3D30-5782-2F861411A5F8}"/>
              </a:ext>
            </a:extLst>
          </p:cNvPr>
          <p:cNvSpPr txBox="1"/>
          <p:nvPr userDrawn="1"/>
        </p:nvSpPr>
        <p:spPr>
          <a:xfrm>
            <a:off x="10001408" y="3034151"/>
            <a:ext cx="128383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FE5E56-156A-2B43-5CE2-0F825C0B968D}"/>
              </a:ext>
            </a:extLst>
          </p:cNvPr>
          <p:cNvSpPr txBox="1"/>
          <p:nvPr userDrawn="1"/>
        </p:nvSpPr>
        <p:spPr>
          <a:xfrm>
            <a:off x="7214134" y="1571339"/>
            <a:ext cx="4583856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Lorem ipsum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dolor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sit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amet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, </a:t>
            </a:r>
            <a:b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</a:b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consectetur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adipiscing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elit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, sed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C20E57-ED0F-0B2D-16C7-1C57659B80D8}"/>
              </a:ext>
            </a:extLst>
          </p:cNvPr>
          <p:cNvGrpSpPr/>
          <p:nvPr userDrawn="1"/>
        </p:nvGrpSpPr>
        <p:grpSpPr>
          <a:xfrm>
            <a:off x="7189438" y="3859151"/>
            <a:ext cx="4106948" cy="287399"/>
            <a:chOff x="7101022" y="3470213"/>
            <a:chExt cx="4252782" cy="28739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5B7BE6F-4B2E-A86B-7949-B057DA1965AC}"/>
                </a:ext>
              </a:extLst>
            </p:cNvPr>
            <p:cNvGrpSpPr/>
            <p:nvPr/>
          </p:nvGrpSpPr>
          <p:grpSpPr>
            <a:xfrm>
              <a:off x="7101022" y="3470213"/>
              <a:ext cx="2771641" cy="287399"/>
              <a:chOff x="7101022" y="3470214"/>
              <a:chExt cx="3194633" cy="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E19A4CB-3DA5-2BA3-B229-3748BC6F6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1022" y="3470214"/>
                <a:ext cx="1504001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2B4F60-4E57-6C18-4FC9-024C43484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9968" y="3470214"/>
                <a:ext cx="1595687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E82F7E1-78F5-67BB-2CB8-0F68FB561B24}"/>
                </a:ext>
              </a:extLst>
            </p:cNvPr>
            <p:cNvCxnSpPr>
              <a:cxnSpLocks/>
            </p:cNvCxnSpPr>
            <p:nvPr/>
          </p:nvCxnSpPr>
          <p:spPr>
            <a:xfrm>
              <a:off x="9969397" y="3471864"/>
              <a:ext cx="1384407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91A732-D22A-6246-EE47-A26AE03D4F4C}"/>
              </a:ext>
            </a:extLst>
          </p:cNvPr>
          <p:cNvSpPr txBox="1"/>
          <p:nvPr userDrawn="1"/>
        </p:nvSpPr>
        <p:spPr>
          <a:xfrm>
            <a:off x="7243949" y="4196655"/>
            <a:ext cx="3598646" cy="1615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defTabSz="1219169" hangingPunct="0">
              <a:spcAft>
                <a:spcPts val="600"/>
              </a:spcAft>
              <a:defRPr/>
            </a:pPr>
            <a:r>
              <a:rPr lang="en-US" sz="1600" kern="0" dirty="0">
                <a:solidFill>
                  <a:schemeClr val="tx1"/>
                </a:solidFill>
                <a:latin typeface="Rethink Sans SemiBold" pitchFamily="2" charset="77"/>
                <a:ea typeface="Rethink Sans" panose="02000403000000020004" pitchFamily="50" charset="0"/>
              </a:rPr>
              <a:t>Key Takeaway</a:t>
            </a:r>
            <a:endParaRPr lang="en-US" sz="1400" kern="0" dirty="0">
              <a:solidFill>
                <a:schemeClr val="tx1"/>
              </a:solidFill>
              <a:latin typeface="Rethink Sans" pitchFamily="2" charset="77"/>
              <a:ea typeface="Rethink Sans" panose="02000403000000020004" pitchFamily="50" charset="0"/>
            </a:endParaRPr>
          </a:p>
          <a:p>
            <a:pPr defTabSz="1219169" hangingPunct="0">
              <a:defRPr/>
            </a:pP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Lorem ipsum dolor sit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amet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consectetur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adipiscing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elit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sed do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eiusmod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tempor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incididunt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labore et dolore magna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aliqua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. Ut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enim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ad minim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veniam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quis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nostrud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exercitation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ullamco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laboris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nisi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aliquip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ex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commodo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consequat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.</a:t>
            </a:r>
            <a:endParaRPr lang="en-US" sz="1300" kern="0" dirty="0">
              <a:solidFill>
                <a:schemeClr val="tx1"/>
              </a:solidFill>
              <a:latin typeface="Rethink Sans" pitchFamily="2" charset="77"/>
              <a:ea typeface="Rethink Sans" panose="02000403000000020004" pitchFamily="50" charset="0"/>
            </a:endParaRPr>
          </a:p>
        </p:txBody>
      </p:sp>
      <p:pic>
        <p:nvPicPr>
          <p:cNvPr id="34" name="Picture 33" descr="A black and white logo&#10;&#10;AI-generated content may be incorrect.">
            <a:extLst>
              <a:ext uri="{FF2B5EF4-FFF2-40B4-BE49-F238E27FC236}">
                <a16:creationId xmlns:a16="http://schemas.microsoft.com/office/drawing/2014/main" id="{9723CD5B-BF55-77DB-68F3-F5545453F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E1316314-75DA-779C-3FAE-F87FB9A7B338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6297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7E815B5-5619-EF4A-2A69-92606D92AA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86675" y="0"/>
            <a:ext cx="4505325" cy="6858000"/>
          </a:xfrm>
        </p:spPr>
        <p:txBody>
          <a:bodyPr/>
          <a:lstStyle/>
          <a:p>
            <a:endParaRPr lang="en-AU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F7E16B8-C1DF-5DD8-78F8-3C3FF9C1A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999" y="391527"/>
            <a:ext cx="4784765" cy="18269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Case study </a:t>
            </a:r>
            <a:br>
              <a:rPr lang="en-US" dirty="0"/>
            </a:br>
            <a:r>
              <a:rPr lang="en-US" dirty="0"/>
              <a:t>two-three </a:t>
            </a:r>
            <a:br>
              <a:rPr lang="en-US" dirty="0"/>
            </a:br>
            <a:r>
              <a:rPr lang="en-US" dirty="0"/>
              <a:t>line headline</a:t>
            </a:r>
          </a:p>
        </p:txBody>
      </p:sp>
      <p:sp>
        <p:nvSpPr>
          <p:cNvPr id="10" name="Picture Placeholder 59">
            <a:extLst>
              <a:ext uri="{FF2B5EF4-FFF2-40B4-BE49-F238E27FC236}">
                <a16:creationId xmlns:a16="http://schemas.microsoft.com/office/drawing/2014/main" id="{BE246140-8418-09D8-753A-20EA1B6D3E3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905" y="987880"/>
            <a:ext cx="596900" cy="5984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47">
            <a:extLst>
              <a:ext uri="{FF2B5EF4-FFF2-40B4-BE49-F238E27FC236}">
                <a16:creationId xmlns:a16="http://schemas.microsoft.com/office/drawing/2014/main" id="{187F2EDB-6262-D6F4-5C7B-4F90364E7C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34623" y="2413591"/>
            <a:ext cx="5137602" cy="144556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accent2"/>
                </a:solidFill>
              </a:defRPr>
            </a:lvl1pPr>
          </a:lstStyle>
          <a:p>
            <a:pPr marL="0" defTabSz="1219169" hangingPunct="0">
              <a:buSzTx/>
              <a:defRPr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, sed do </a:t>
            </a:r>
            <a:r>
              <a:rPr lang="en-AU" dirty="0" err="1"/>
              <a:t>eiusmod</a:t>
            </a:r>
            <a:r>
              <a:rPr lang="en-AU" dirty="0"/>
              <a:t> </a:t>
            </a:r>
            <a:r>
              <a:rPr lang="en-AU" dirty="0" err="1"/>
              <a:t>tempor</a:t>
            </a:r>
            <a:r>
              <a:rPr lang="en-AU" dirty="0"/>
              <a:t>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incididunt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ut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 labore et dolore magna </a:t>
            </a:r>
            <a:r>
              <a:rPr lang="en-AU" i="1" kern="1200" dirty="0" err="1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aliqua</a:t>
            </a:r>
            <a:r>
              <a:rPr lang="en-AU" i="1" kern="1200" dirty="0">
                <a:solidFill>
                  <a:srgbClr val="FFFFFF"/>
                </a:solidFill>
                <a:latin typeface="Merriweather 120pt SemiCondense" pitchFamily="2" charset="77"/>
                <a:ea typeface="Merriweather 120pt SemiCondense" pitchFamily="2" charset="77"/>
                <a:cs typeface="Merriweather 120pt SemiCondense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348D5C-94B9-7521-EED5-75C84F7370CC}"/>
              </a:ext>
            </a:extLst>
          </p:cNvPr>
          <p:cNvSpPr/>
          <p:nvPr userDrawn="1"/>
        </p:nvSpPr>
        <p:spPr>
          <a:xfrm>
            <a:off x="6886575" y="1274762"/>
            <a:ext cx="4775780" cy="4934652"/>
          </a:xfrm>
          <a:prstGeom prst="rect">
            <a:avLst/>
          </a:prstGeom>
          <a:solidFill>
            <a:srgbClr val="B5D33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500" hangingPunct="0"/>
            <a:endParaRPr lang="en-US" sz="1200" dirty="0">
              <a:solidFill>
                <a:schemeClr val="tx1"/>
              </a:solidFill>
              <a:latin typeface="Rethink Sans" pitchFamily="2" charset="77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EFCF1-8914-71CC-04DB-ADB7B8ECF228}"/>
              </a:ext>
            </a:extLst>
          </p:cNvPr>
          <p:cNvSpPr txBox="1"/>
          <p:nvPr userDrawn="1"/>
        </p:nvSpPr>
        <p:spPr>
          <a:xfrm>
            <a:off x="1932239" y="4099947"/>
            <a:ext cx="367608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enim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ad minim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veniam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quis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nostrud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exercitation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ullamco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laboris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nisi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aliquip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commodo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consequat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9E906-59C8-42A1-4382-7198D8849F3E}"/>
              </a:ext>
            </a:extLst>
          </p:cNvPr>
          <p:cNvGrpSpPr/>
          <p:nvPr userDrawn="1"/>
        </p:nvGrpSpPr>
        <p:grpSpPr>
          <a:xfrm rot="16200000">
            <a:off x="1531125" y="4174934"/>
            <a:ext cx="266401" cy="266401"/>
            <a:chOff x="6083108" y="548192"/>
            <a:chExt cx="371147" cy="3711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7CAB2B-A63F-F6E8-AEDF-48EE06D33817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chemeClr val="bg1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6" name="Triangle 10">
              <a:extLst>
                <a:ext uri="{FF2B5EF4-FFF2-40B4-BE49-F238E27FC236}">
                  <a16:creationId xmlns:a16="http://schemas.microsoft.com/office/drawing/2014/main" id="{97BC1F14-5787-8AE1-AF3C-4CF2A226DF6C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F6F91B-5427-5CEF-9E8C-82EC577140D5}"/>
              </a:ext>
            </a:extLst>
          </p:cNvPr>
          <p:cNvGrpSpPr/>
          <p:nvPr userDrawn="1"/>
        </p:nvGrpSpPr>
        <p:grpSpPr>
          <a:xfrm rot="16200000">
            <a:off x="1531124" y="5007888"/>
            <a:ext cx="266401" cy="266401"/>
            <a:chOff x="6083108" y="548192"/>
            <a:chExt cx="371147" cy="371147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3A29CA-1632-B186-0879-50C46329B46B}"/>
                </a:ext>
              </a:extLst>
            </p:cNvPr>
            <p:cNvSpPr/>
            <p:nvPr/>
          </p:nvSpPr>
          <p:spPr>
            <a:xfrm>
              <a:off x="6083108" y="548192"/>
              <a:ext cx="371147" cy="371147"/>
            </a:xfrm>
            <a:prstGeom prst="ellipse">
              <a:avLst/>
            </a:pr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algn="ctr" defTabSz="825500" hangingPunct="0"/>
              <a:endParaRPr lang="en-US" sz="3200" dirty="0">
                <a:solidFill>
                  <a:schemeClr val="bg1"/>
                </a:solidFill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  <p:sp>
          <p:nvSpPr>
            <p:cNvPr id="19" name="Triangle 10">
              <a:extLst>
                <a:ext uri="{FF2B5EF4-FFF2-40B4-BE49-F238E27FC236}">
                  <a16:creationId xmlns:a16="http://schemas.microsoft.com/office/drawing/2014/main" id="{189C9668-5C57-111A-88AB-7ED3152603DB}"/>
                </a:ext>
              </a:extLst>
            </p:cNvPr>
            <p:cNvSpPr/>
            <p:nvPr/>
          </p:nvSpPr>
          <p:spPr>
            <a:xfrm flipH="1" flipV="1">
              <a:off x="6164707" y="694287"/>
              <a:ext cx="207948" cy="78956"/>
            </a:xfrm>
            <a:custGeom>
              <a:avLst/>
              <a:gdLst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  <a:gd name="connsiteX3" fmla="*/ 0 w 1582737"/>
                <a:gd name="connsiteY3" fmla="*/ 1364428 h 1364428"/>
                <a:gd name="connsiteX0" fmla="*/ 0 w 1582737"/>
                <a:gd name="connsiteY0" fmla="*/ 1364428 h 1371314"/>
                <a:gd name="connsiteX1" fmla="*/ 791369 w 1582737"/>
                <a:gd name="connsiteY1" fmla="*/ 0 h 1371314"/>
                <a:gd name="connsiteX2" fmla="*/ 1582737 w 1582737"/>
                <a:gd name="connsiteY2" fmla="*/ 1364428 h 1371314"/>
                <a:gd name="connsiteX3" fmla="*/ 807030 w 1582737"/>
                <a:gd name="connsiteY3" fmla="*/ 1371314 h 1371314"/>
                <a:gd name="connsiteX4" fmla="*/ 0 w 1582737"/>
                <a:gd name="connsiteY4" fmla="*/ 1364428 h 1371314"/>
                <a:gd name="connsiteX0" fmla="*/ 807030 w 1582737"/>
                <a:gd name="connsiteY0" fmla="*/ 1371314 h 1462754"/>
                <a:gd name="connsiteX1" fmla="*/ 0 w 1582737"/>
                <a:gd name="connsiteY1" fmla="*/ 1364428 h 1462754"/>
                <a:gd name="connsiteX2" fmla="*/ 791369 w 1582737"/>
                <a:gd name="connsiteY2" fmla="*/ 0 h 1462754"/>
                <a:gd name="connsiteX3" fmla="*/ 1582737 w 1582737"/>
                <a:gd name="connsiteY3" fmla="*/ 1364428 h 1462754"/>
                <a:gd name="connsiteX4" fmla="*/ 898470 w 1582737"/>
                <a:gd name="connsiteY4" fmla="*/ 1462754 h 1462754"/>
                <a:gd name="connsiteX0" fmla="*/ 0 w 1582737"/>
                <a:gd name="connsiteY0" fmla="*/ 1364428 h 1462754"/>
                <a:gd name="connsiteX1" fmla="*/ 791369 w 1582737"/>
                <a:gd name="connsiteY1" fmla="*/ 0 h 1462754"/>
                <a:gd name="connsiteX2" fmla="*/ 1582737 w 1582737"/>
                <a:gd name="connsiteY2" fmla="*/ 1364428 h 1462754"/>
                <a:gd name="connsiteX3" fmla="*/ 898470 w 1582737"/>
                <a:gd name="connsiteY3" fmla="*/ 1462754 h 1462754"/>
                <a:gd name="connsiteX0" fmla="*/ 0 w 1582737"/>
                <a:gd name="connsiteY0" fmla="*/ 1364428 h 1364428"/>
                <a:gd name="connsiteX1" fmla="*/ 791369 w 1582737"/>
                <a:gd name="connsiteY1" fmla="*/ 0 h 1364428"/>
                <a:gd name="connsiteX2" fmla="*/ 1582737 w 1582737"/>
                <a:gd name="connsiteY2" fmla="*/ 1364428 h 136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2737" h="1364428">
                  <a:moveTo>
                    <a:pt x="0" y="1364428"/>
                  </a:moveTo>
                  <a:lnTo>
                    <a:pt x="791369" y="0"/>
                  </a:lnTo>
                  <a:lnTo>
                    <a:pt x="1582737" y="1364428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Rethink Sans" pitchFamily="2" charset="77"/>
                <a:ea typeface="Rethink Sans Medium"/>
                <a:cs typeface="Rethink Sans Medium"/>
                <a:sym typeface="Rethink Sans Medium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B6B97E0-93B5-D277-734D-1871E9BE83F9}"/>
              </a:ext>
            </a:extLst>
          </p:cNvPr>
          <p:cNvSpPr txBox="1"/>
          <p:nvPr userDrawn="1"/>
        </p:nvSpPr>
        <p:spPr>
          <a:xfrm>
            <a:off x="1905000" y="4926675"/>
            <a:ext cx="367608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enim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ad minim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veniam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quis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nostrud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exercitation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ullamco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laboris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nisi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aliquip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ex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ea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commodo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consequat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  <a:sym typeface="Rethink Sans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9BBDA-4AFD-35A2-AAFD-21B680AC34A5}"/>
              </a:ext>
            </a:extLst>
          </p:cNvPr>
          <p:cNvSpPr txBox="1"/>
          <p:nvPr userDrawn="1"/>
        </p:nvSpPr>
        <p:spPr>
          <a:xfrm>
            <a:off x="7167122" y="2412925"/>
            <a:ext cx="130219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B1C35-3F64-4DA1-7252-ED13BF804A22}"/>
              </a:ext>
            </a:extLst>
          </p:cNvPr>
          <p:cNvSpPr txBox="1"/>
          <p:nvPr userDrawn="1"/>
        </p:nvSpPr>
        <p:spPr>
          <a:xfrm>
            <a:off x="7221146" y="3034151"/>
            <a:ext cx="107320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85AE0-7471-57ED-03D2-79031E067BAA}"/>
              </a:ext>
            </a:extLst>
          </p:cNvPr>
          <p:cNvSpPr txBox="1"/>
          <p:nvPr userDrawn="1"/>
        </p:nvSpPr>
        <p:spPr>
          <a:xfrm>
            <a:off x="8522886" y="2407436"/>
            <a:ext cx="1527578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6D25E8-178F-DE4C-D67C-D384B905866A}"/>
              </a:ext>
            </a:extLst>
          </p:cNvPr>
          <p:cNvSpPr txBox="1"/>
          <p:nvPr userDrawn="1"/>
        </p:nvSpPr>
        <p:spPr>
          <a:xfrm>
            <a:off x="8564279" y="3034151"/>
            <a:ext cx="1073208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3A2B2C-8611-F9F4-2749-3EAA920C8BA7}"/>
              </a:ext>
            </a:extLst>
          </p:cNvPr>
          <p:cNvSpPr txBox="1"/>
          <p:nvPr userDrawn="1"/>
        </p:nvSpPr>
        <p:spPr>
          <a:xfrm>
            <a:off x="9960014" y="2428376"/>
            <a:ext cx="145883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>
              <a:defRPr lang="en-US"/>
            </a:defPPr>
            <a:lvl1pPr defTabSz="1219169" hangingPunct="0">
              <a:defRPr sz="3200" kern="0">
                <a:solidFill>
                  <a:schemeClr val="bg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</a:defRPr>
            </a:lvl1pPr>
          </a:lstStyle>
          <a:p>
            <a:r>
              <a:rPr lang="en-AU" dirty="0">
                <a:solidFill>
                  <a:schemeClr val="tx1"/>
                </a:solidFill>
                <a:sym typeface="Rethink Sans"/>
              </a:rPr>
              <a:t>X%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0574D-A75F-3D30-5782-2F861411A5F8}"/>
              </a:ext>
            </a:extLst>
          </p:cNvPr>
          <p:cNvSpPr txBox="1"/>
          <p:nvPr userDrawn="1"/>
        </p:nvSpPr>
        <p:spPr>
          <a:xfrm>
            <a:off x="10001408" y="3034151"/>
            <a:ext cx="128383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Lorem ipsum </a:t>
            </a:r>
            <a:r>
              <a:rPr lang="en-AU" sz="1400" kern="0" dirty="0" err="1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dolor</a:t>
            </a:r>
            <a:r>
              <a:rPr lang="en-AU" sz="1400" kern="0" dirty="0">
                <a:solidFill>
                  <a:schemeClr val="tx1"/>
                </a:solidFill>
                <a:latin typeface="Rethink Sans Medium" pitchFamily="2" charset="77"/>
                <a:ea typeface="Inter Extra Bold" panose="02000903000000020004" pitchFamily="50" charset="0"/>
                <a:sym typeface="Rethink Sans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FE5E56-156A-2B43-5CE2-0F825C0B968D}"/>
              </a:ext>
            </a:extLst>
          </p:cNvPr>
          <p:cNvSpPr txBox="1"/>
          <p:nvPr userDrawn="1"/>
        </p:nvSpPr>
        <p:spPr>
          <a:xfrm>
            <a:off x="7214134" y="1571339"/>
            <a:ext cx="4583856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0" marR="0" lvl="0" indent="0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Lorem ipsum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dolor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sit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amet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, </a:t>
            </a:r>
            <a:b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</a:b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consectetur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adipiscing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 </a:t>
            </a:r>
            <a:r>
              <a:rPr lang="en-AU" sz="1600" kern="0" dirty="0" err="1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elit</a:t>
            </a:r>
            <a:r>
              <a:rPr lang="en-AU" sz="1600" kern="0" dirty="0">
                <a:solidFill>
                  <a:schemeClr val="tx1"/>
                </a:solidFill>
                <a:latin typeface="Rethink Sans Medium" pitchFamily="2" charset="77"/>
                <a:ea typeface="Merriweather 120pt SemiCondense" pitchFamily="2" charset="77"/>
                <a:cs typeface="Merriweather 120pt SemiCondense" pitchFamily="2" charset="77"/>
                <a:sym typeface="Rethink Sans"/>
              </a:rPr>
              <a:t>, sed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C20E57-ED0F-0B2D-16C7-1C57659B80D8}"/>
              </a:ext>
            </a:extLst>
          </p:cNvPr>
          <p:cNvGrpSpPr/>
          <p:nvPr userDrawn="1"/>
        </p:nvGrpSpPr>
        <p:grpSpPr>
          <a:xfrm>
            <a:off x="7189438" y="3859151"/>
            <a:ext cx="4106948" cy="287399"/>
            <a:chOff x="7101022" y="3470213"/>
            <a:chExt cx="4252782" cy="28739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5B7BE6F-4B2E-A86B-7949-B057DA1965AC}"/>
                </a:ext>
              </a:extLst>
            </p:cNvPr>
            <p:cNvGrpSpPr/>
            <p:nvPr/>
          </p:nvGrpSpPr>
          <p:grpSpPr>
            <a:xfrm>
              <a:off x="7101022" y="3470213"/>
              <a:ext cx="2771641" cy="287399"/>
              <a:chOff x="7101022" y="3470214"/>
              <a:chExt cx="3194633" cy="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E19A4CB-3DA5-2BA3-B229-3748BC6F6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1022" y="3470214"/>
                <a:ext cx="1504001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2B4F60-4E57-6C18-4FC9-024C43484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9968" y="3470214"/>
                <a:ext cx="1595687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E82F7E1-78F5-67BB-2CB8-0F68FB561B24}"/>
                </a:ext>
              </a:extLst>
            </p:cNvPr>
            <p:cNvCxnSpPr>
              <a:cxnSpLocks/>
            </p:cNvCxnSpPr>
            <p:nvPr/>
          </p:nvCxnSpPr>
          <p:spPr>
            <a:xfrm>
              <a:off x="9969397" y="3471864"/>
              <a:ext cx="1384407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91A732-D22A-6246-EE47-A26AE03D4F4C}"/>
              </a:ext>
            </a:extLst>
          </p:cNvPr>
          <p:cNvSpPr txBox="1"/>
          <p:nvPr userDrawn="1"/>
        </p:nvSpPr>
        <p:spPr>
          <a:xfrm>
            <a:off x="7243949" y="4196655"/>
            <a:ext cx="3598646" cy="1615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defTabSz="1219169" hangingPunct="0">
              <a:spcAft>
                <a:spcPts val="600"/>
              </a:spcAft>
              <a:defRPr/>
            </a:pPr>
            <a:r>
              <a:rPr lang="en-US" sz="1600" kern="0" dirty="0">
                <a:solidFill>
                  <a:schemeClr val="tx1"/>
                </a:solidFill>
                <a:latin typeface="Rethink Sans SemiBold" pitchFamily="2" charset="77"/>
                <a:ea typeface="Rethink Sans" panose="02000403000000020004" pitchFamily="50" charset="0"/>
              </a:rPr>
              <a:t>Key Takeaway</a:t>
            </a:r>
            <a:endParaRPr lang="en-US" sz="1400" kern="0" dirty="0">
              <a:solidFill>
                <a:schemeClr val="tx1"/>
              </a:solidFill>
              <a:latin typeface="Rethink Sans" pitchFamily="2" charset="77"/>
              <a:ea typeface="Rethink Sans" panose="02000403000000020004" pitchFamily="50" charset="0"/>
            </a:endParaRPr>
          </a:p>
          <a:p>
            <a:pPr defTabSz="1219169" hangingPunct="0">
              <a:defRPr/>
            </a:pP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Lorem ipsum dolor sit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amet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consectetur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adipiscing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elit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sed do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eiusmod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tempor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incididunt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labore et dolore magna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aliqua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. Ut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enim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ad minim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veniam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,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quis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nostrud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exercitation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ullamco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laboris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nisi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ut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aliquip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ex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ea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commodo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 </a:t>
            </a:r>
            <a:r>
              <a:rPr lang="en-US" sz="1400" kern="0" dirty="0" err="1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consequat</a:t>
            </a:r>
            <a:r>
              <a:rPr lang="en-US" sz="1400" kern="0" dirty="0">
                <a:solidFill>
                  <a:schemeClr val="tx1"/>
                </a:solidFill>
                <a:latin typeface="Rethink Sans" pitchFamily="2" charset="77"/>
                <a:ea typeface="Rethink Sans" panose="02000403000000020004" pitchFamily="50" charset="0"/>
              </a:rPr>
              <a:t>.</a:t>
            </a:r>
            <a:endParaRPr lang="en-US" sz="1300" kern="0" dirty="0">
              <a:solidFill>
                <a:schemeClr val="tx1"/>
              </a:solidFill>
              <a:latin typeface="Rethink Sans" pitchFamily="2" charset="77"/>
              <a:ea typeface="Rethink Sans" panose="02000403000000020004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3C2C60-30CE-F526-D07B-AFCC256CA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1ACB1D-7C61-40EC-CEB4-6392699BAB2C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2706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7DFE9361-E7CC-89CE-A39E-3A1FC6A0F3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06"/>
          <a:stretch>
            <a:fillRect/>
          </a:stretch>
        </p:blipFill>
        <p:spPr>
          <a:xfrm>
            <a:off x="4673449" y="423529"/>
            <a:ext cx="2844951" cy="6163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6" y="0"/>
                </a:moveTo>
                <a:cubicBezTo>
                  <a:pt x="1015" y="4"/>
                  <a:pt x="979" y="7"/>
                  <a:pt x="951" y="13"/>
                </a:cubicBezTo>
                <a:cubicBezTo>
                  <a:pt x="536" y="82"/>
                  <a:pt x="210" y="233"/>
                  <a:pt x="59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3" y="21148"/>
                  <a:pt x="59" y="21176"/>
                </a:cubicBezTo>
                <a:cubicBezTo>
                  <a:pt x="210" y="21368"/>
                  <a:pt x="536" y="21518"/>
                  <a:pt x="951" y="21587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8" y="21587"/>
                </a:cubicBezTo>
                <a:cubicBezTo>
                  <a:pt x="21002" y="21518"/>
                  <a:pt x="21329" y="21368"/>
                  <a:pt x="21479" y="21176"/>
                </a:cubicBezTo>
                <a:cubicBezTo>
                  <a:pt x="21599" y="21044"/>
                  <a:pt x="21600" y="20844"/>
                  <a:pt x="21600" y="20512"/>
                </a:cubicBezTo>
                <a:lnTo>
                  <a:pt x="21600" y="1088"/>
                </a:lnTo>
                <a:cubicBezTo>
                  <a:pt x="21600" y="756"/>
                  <a:pt x="21599" y="557"/>
                  <a:pt x="21479" y="424"/>
                </a:cubicBezTo>
                <a:cubicBezTo>
                  <a:pt x="21329" y="233"/>
                  <a:pt x="21002" y="82"/>
                  <a:pt x="20588" y="13"/>
                </a:cubicBezTo>
                <a:cubicBezTo>
                  <a:pt x="20560" y="7"/>
                  <a:pt x="20523" y="4"/>
                  <a:pt x="20493" y="0"/>
                </a:cubicBezTo>
                <a:lnTo>
                  <a:pt x="1046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C48842EA-AB1B-52A4-C232-AAE024284AC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38935" y="1162739"/>
            <a:ext cx="250445" cy="25044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 noProof="0" dirty="0">
                <a:sym typeface="Helvetica Neue Medium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E5F12FAB-F8D6-7B3D-FCC4-2100668C2B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062" y="369094"/>
            <a:ext cx="3133725" cy="64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967153-189A-B52A-D1D1-DA3A0FEEDA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2302" y="369094"/>
            <a:ext cx="3133725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Intro</a:t>
            </a:r>
            <a:br>
              <a:rPr lang="en-US"/>
            </a:br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9080113-FFC7-F315-7F64-46593B5CF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06578" y="1192712"/>
            <a:ext cx="1733550" cy="190500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41F54FC9-09C9-6ADB-3FCA-691D574AD87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76700" y="1490247"/>
            <a:ext cx="2838451" cy="3561814"/>
          </a:xfrm>
          <a:prstGeom prst="rect">
            <a:avLst/>
          </a:prstGeom>
          <a:solidFill>
            <a:srgbClr val="9BA2AD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9BB29-2949-5348-4E54-4A7A1B220D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907D608-FBD1-5D2D-97A8-BC5EA9D4FC85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702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7DFE9361-E7CC-89CE-A39E-3A1FC6A0F3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06"/>
          <a:stretch>
            <a:fillRect/>
          </a:stretch>
        </p:blipFill>
        <p:spPr>
          <a:xfrm>
            <a:off x="4673449" y="423529"/>
            <a:ext cx="2844951" cy="6163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6" y="0"/>
                </a:moveTo>
                <a:cubicBezTo>
                  <a:pt x="1015" y="4"/>
                  <a:pt x="979" y="7"/>
                  <a:pt x="951" y="13"/>
                </a:cubicBezTo>
                <a:cubicBezTo>
                  <a:pt x="536" y="82"/>
                  <a:pt x="210" y="233"/>
                  <a:pt x="59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3" y="21148"/>
                  <a:pt x="59" y="21176"/>
                </a:cubicBezTo>
                <a:cubicBezTo>
                  <a:pt x="210" y="21368"/>
                  <a:pt x="536" y="21518"/>
                  <a:pt x="951" y="21587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8" y="21587"/>
                </a:cubicBezTo>
                <a:cubicBezTo>
                  <a:pt x="21002" y="21518"/>
                  <a:pt x="21329" y="21368"/>
                  <a:pt x="21479" y="21176"/>
                </a:cubicBezTo>
                <a:cubicBezTo>
                  <a:pt x="21599" y="21044"/>
                  <a:pt x="21600" y="20844"/>
                  <a:pt x="21600" y="20512"/>
                </a:cubicBezTo>
                <a:lnTo>
                  <a:pt x="21600" y="1088"/>
                </a:lnTo>
                <a:cubicBezTo>
                  <a:pt x="21600" y="756"/>
                  <a:pt x="21599" y="557"/>
                  <a:pt x="21479" y="424"/>
                </a:cubicBezTo>
                <a:cubicBezTo>
                  <a:pt x="21329" y="233"/>
                  <a:pt x="21002" y="82"/>
                  <a:pt x="20588" y="13"/>
                </a:cubicBezTo>
                <a:cubicBezTo>
                  <a:pt x="20560" y="7"/>
                  <a:pt x="20523" y="4"/>
                  <a:pt x="20493" y="0"/>
                </a:cubicBezTo>
                <a:lnTo>
                  <a:pt x="1046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C48842EA-AB1B-52A4-C232-AAE024284AC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38935" y="1162739"/>
            <a:ext cx="250445" cy="25044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91439" tIns="45719" rIns="91439" bIns="45719">
            <a:noAutofit/>
          </a:bodyPr>
          <a:lstStyle>
            <a:lvl1pPr>
              <a:defRPr sz="100" noProof="0" dirty="0">
                <a:latin typeface="Helvetica" pitchFamily="2" charset="0"/>
                <a:sym typeface="Helvetica Neue Medium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E5F12FAB-F8D6-7B3D-FCC4-2100668C2B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062" y="369094"/>
            <a:ext cx="3133725" cy="641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967153-189A-B52A-D1D1-DA3A0FEEDA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0" y="369094"/>
            <a:ext cx="2543175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Intro</a:t>
            </a:r>
            <a:br>
              <a:rPr lang="en-US"/>
            </a:br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9080113-FFC7-F315-7F64-46593B5CF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06578" y="1192712"/>
            <a:ext cx="1733550" cy="190500"/>
          </a:xfrm>
        </p:spPr>
        <p:txBody>
          <a:bodyPr anchor="ctr">
            <a:norm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41F54FC9-09C9-6ADB-3FCA-691D574AD87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76700" y="1490247"/>
            <a:ext cx="2838451" cy="3561814"/>
          </a:xfrm>
          <a:prstGeom prst="rect">
            <a:avLst/>
          </a:prstGeom>
          <a:solidFill>
            <a:srgbClr val="9BA2AD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9A9425F-53A8-936F-BC43-B8935592BDE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193429" y="6312808"/>
            <a:ext cx="455645" cy="365125"/>
          </a:xfrm>
        </p:spPr>
        <p:txBody>
          <a:bodyPr/>
          <a:lstStyle/>
          <a:p>
            <a:fld id="{9116FE05-A49A-43A6-ACF4-C9C9138FA28F}" type="slidenum">
              <a:rPr lang="en-AU" smtClean="0"/>
              <a:t>‹#›</a:t>
            </a:fld>
            <a:endParaRPr lang="en-AU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0F32AE3-A602-414E-F5BD-3A06DDAD41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14B965-7C40-139C-4C02-B008CE627026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6015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E6ADBC50-7B69-3341-EE11-9936795FD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960263" y="3059498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DED5F5E8-3C34-2E6A-29D5-9B5435A90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960263" y="-264280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E6B087E3-2FA7-961A-B552-379C8A0033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883002" y="-264280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9DE96353-A618-8A8C-EB25-02080BDF7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883002" y="3059498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G_POST.png" descr="IG_POST.png">
            <a:extLst>
              <a:ext uri="{FF2B5EF4-FFF2-40B4-BE49-F238E27FC236}">
                <a16:creationId xmlns:a16="http://schemas.microsoft.com/office/drawing/2014/main" id="{890C21A1-9109-9D03-D4E9-1F8DF91FE2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-1155630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2" name="IG_POST.png" descr="IG_POST.png">
            <a:extLst>
              <a:ext uri="{FF2B5EF4-FFF2-40B4-BE49-F238E27FC236}">
                <a16:creationId xmlns:a16="http://schemas.microsoft.com/office/drawing/2014/main" id="{326D71F9-C3D1-A185-889E-7798B0B9D9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921633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" name="IG_POST.png" descr="IG_POST.png">
            <a:extLst>
              <a:ext uri="{FF2B5EF4-FFF2-40B4-BE49-F238E27FC236}">
                <a16:creationId xmlns:a16="http://schemas.microsoft.com/office/drawing/2014/main" id="{7E289734-970D-F6A4-9929-B67F1DF612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998895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F56F30DE-DE2E-EBE6-6B6C-22D527EFF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9AA13861-CAF1-6565-473F-7D92281517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789B2751-C6FF-1B5B-4C83-BECC1DC16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75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203B703C-9663-9B55-E532-670529A6E0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59506FDC-599E-423E-46BB-3ADC290E20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A469911E-0828-9356-3549-2C5EE69400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0" name="Image">
            <a:extLst>
              <a:ext uri="{FF2B5EF4-FFF2-40B4-BE49-F238E27FC236}">
                <a16:creationId xmlns:a16="http://schemas.microsoft.com/office/drawing/2014/main" id="{EBFC0991-2A55-C052-ADE7-BB42D609540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975234" y="1494561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208D154D-5FF8-C2C0-41D7-9AAABADACA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4916885" y="1762919"/>
            <a:ext cx="2348706" cy="293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81F2155F-F678-2C80-3E74-E33A5304E0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0994232" y="1762919"/>
            <a:ext cx="2348706" cy="293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AF10785B-7CC9-91F4-7DE2-1C05A74A26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7955757" y="3933825"/>
            <a:ext cx="2348706" cy="2936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0A3805D7-B767-2B35-C305-EC72F71B16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878012" y="-1771650"/>
            <a:ext cx="2349500" cy="2936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Image" descr="Image">
            <a:extLst>
              <a:ext uri="{FF2B5EF4-FFF2-40B4-BE49-F238E27FC236}">
                <a16:creationId xmlns:a16="http://schemas.microsoft.com/office/drawing/2014/main" id="{8160924A-097F-5C07-187F-CE585CDCE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7955360" y="-1771650"/>
            <a:ext cx="2348706" cy="2936082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9C4D7258-6899-DF14-7849-A4D9109DE45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878410" y="-1771650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94A6BB72-93DF-912E-F2AB-363023A5A0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916885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 lang="en-US"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8B9041CD-7305-84F7-1E28-BCEA3678825D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955360" y="-1771650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14848575-0708-412E-BAB6-344EBDD48FFB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994629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Image">
            <a:extLst>
              <a:ext uri="{FF2B5EF4-FFF2-40B4-BE49-F238E27FC236}">
                <a16:creationId xmlns:a16="http://schemas.microsoft.com/office/drawing/2014/main" id="{F0128F41-A5C6-4F76-E4FB-2B5F185F07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37738" y="3666063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3" name="Image">
            <a:extLst>
              <a:ext uri="{FF2B5EF4-FFF2-40B4-BE49-F238E27FC236}">
                <a16:creationId xmlns:a16="http://schemas.microsoft.com/office/drawing/2014/main" id="{D974EE24-E3D5-3460-44F9-B7C4470EDFD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14679" y="3666063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4" name="Image">
            <a:extLst>
              <a:ext uri="{FF2B5EF4-FFF2-40B4-BE49-F238E27FC236}">
                <a16:creationId xmlns:a16="http://schemas.microsoft.com/office/drawing/2014/main" id="{079AF39C-7139-CEA4-956F-9C7F2A9F9D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053486" y="1494561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41" name="Image" descr="Image">
            <a:extLst>
              <a:ext uri="{FF2B5EF4-FFF2-40B4-BE49-F238E27FC236}">
                <a16:creationId xmlns:a16="http://schemas.microsoft.com/office/drawing/2014/main" id="{8B4640CE-D4C7-678D-1A4D-014E17AD5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878012" y="3933825"/>
            <a:ext cx="2349500" cy="2936082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Picture Placeholder 21">
            <a:extLst>
              <a:ext uri="{FF2B5EF4-FFF2-40B4-BE49-F238E27FC236}">
                <a16:creationId xmlns:a16="http://schemas.microsoft.com/office/drawing/2014/main" id="{690F6629-53FC-B727-F65D-681764551C3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878410" y="3933826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0A6BE79E-0351-BFF4-6610-8DC0DC4948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1937" y="1534266"/>
            <a:ext cx="1733550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3638702A-466F-7AA3-E9A8-A41E570873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71480" y="3699418"/>
            <a:ext cx="1733550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CDE3865E-37B6-DA7F-D398-819F5AD511A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8430" y="3699418"/>
            <a:ext cx="1733550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1C1C665F-5DE2-1313-4F4B-7A7BED6C74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279284" y="1534266"/>
            <a:ext cx="1733550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D145C5DC-64D6-10D4-905E-57BB31CAE4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79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0" name="Picture Placeholder 24">
            <a:extLst>
              <a:ext uri="{FF2B5EF4-FFF2-40B4-BE49-F238E27FC236}">
                <a16:creationId xmlns:a16="http://schemas.microsoft.com/office/drawing/2014/main" id="{BB3F0890-002E-BCEF-6B5F-C68246621C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959725" y="3933826"/>
            <a:ext cx="2344341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noFill/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39" name="Image" descr="Image">
            <a:extLst>
              <a:ext uri="{FF2B5EF4-FFF2-40B4-BE49-F238E27FC236}">
                <a16:creationId xmlns:a16="http://schemas.microsoft.com/office/drawing/2014/main" id="{A185DD8C-50B6-3D40-8D4E-D928B8AB44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-1160463" y="1762919"/>
            <a:ext cx="2349500" cy="2936082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Picture Placeholder 19">
            <a:extLst>
              <a:ext uri="{FF2B5EF4-FFF2-40B4-BE49-F238E27FC236}">
                <a16:creationId xmlns:a16="http://schemas.microsoft.com/office/drawing/2014/main" id="{5601A8BA-EAAC-2995-B373-9EAD8A7C6F0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-1160066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A2101C4-9AAB-0C91-B275-4F1F8397376C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30851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6421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E6ADBC50-7B69-3341-EE11-9936795FD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960263" y="3059498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DED5F5E8-3C34-2E6A-29D5-9B5435A90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960263" y="-264280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E6B087E3-2FA7-961A-B552-379C8A0033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883002" y="-264280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9DE96353-A618-8A8C-EB25-02080BDF7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883002" y="3059498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G_POST.png" descr="IG_POST.png">
            <a:extLst>
              <a:ext uri="{FF2B5EF4-FFF2-40B4-BE49-F238E27FC236}">
                <a16:creationId xmlns:a16="http://schemas.microsoft.com/office/drawing/2014/main" id="{890C21A1-9109-9D03-D4E9-1F8DF91FE2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-1155630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D145C5DC-64D6-10D4-905E-57BB31CAE4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79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IG_POST.png" descr="IG_POST.png">
            <a:extLst>
              <a:ext uri="{FF2B5EF4-FFF2-40B4-BE49-F238E27FC236}">
                <a16:creationId xmlns:a16="http://schemas.microsoft.com/office/drawing/2014/main" id="{326D71F9-C3D1-A185-889E-7798B0B9D9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921633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" name="IG_POST.png" descr="IG_POST.png">
            <a:extLst>
              <a:ext uri="{FF2B5EF4-FFF2-40B4-BE49-F238E27FC236}">
                <a16:creationId xmlns:a16="http://schemas.microsoft.com/office/drawing/2014/main" id="{7E289734-970D-F6A4-9929-B67F1DF612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998895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F56F30DE-DE2E-EBE6-6B6C-22D527EFF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9AA13861-CAF1-6565-473F-7D92281517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789B2751-C6FF-1B5B-4C83-BECC1DC16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75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203B703C-9663-9B55-E532-670529A6E0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59506FDC-599E-423E-46BB-3ADC290E20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A469911E-0828-9356-3549-2C5EE69400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0" name="Image">
            <a:extLst>
              <a:ext uri="{FF2B5EF4-FFF2-40B4-BE49-F238E27FC236}">
                <a16:creationId xmlns:a16="http://schemas.microsoft.com/office/drawing/2014/main" id="{EBFC0991-2A55-C052-ADE7-BB42D609540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975234" y="1494561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208D154D-5FF8-C2C0-41D7-9AAABADACA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4917282" y="1762919"/>
            <a:ext cx="2348706" cy="293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81F2155F-F678-2C80-3E74-E33A5304E0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0994232" y="1762919"/>
            <a:ext cx="2348706" cy="293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AF10785B-7CC9-91F4-7DE2-1C05A74A26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7955757" y="3933825"/>
            <a:ext cx="2348706" cy="2936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0A3805D7-B767-2B35-C305-EC72F71B16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875631" y="-1771650"/>
            <a:ext cx="2349500" cy="2936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Image" descr="Image">
            <a:extLst>
              <a:ext uri="{FF2B5EF4-FFF2-40B4-BE49-F238E27FC236}">
                <a16:creationId xmlns:a16="http://schemas.microsoft.com/office/drawing/2014/main" id="{8160924A-097F-5C07-187F-CE585CDCE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7955757" y="-1771650"/>
            <a:ext cx="2348706" cy="2936082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Image">
            <a:extLst>
              <a:ext uri="{FF2B5EF4-FFF2-40B4-BE49-F238E27FC236}">
                <a16:creationId xmlns:a16="http://schemas.microsoft.com/office/drawing/2014/main" id="{F0128F41-A5C6-4F76-E4FB-2B5F185F07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37738" y="3666063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3" name="Image">
            <a:extLst>
              <a:ext uri="{FF2B5EF4-FFF2-40B4-BE49-F238E27FC236}">
                <a16:creationId xmlns:a16="http://schemas.microsoft.com/office/drawing/2014/main" id="{D974EE24-E3D5-3460-44F9-B7C4470EDFD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14679" y="3666063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4" name="Image">
            <a:extLst>
              <a:ext uri="{FF2B5EF4-FFF2-40B4-BE49-F238E27FC236}">
                <a16:creationId xmlns:a16="http://schemas.microsoft.com/office/drawing/2014/main" id="{079AF39C-7139-CEA4-956F-9C7F2A9F9D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053486" y="1494561"/>
            <a:ext cx="205669" cy="205669"/>
          </a:xfrm>
          <a:prstGeom prst="ellipse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pic>
        <p:nvPicPr>
          <p:cNvPr id="39" name="Image" descr="Image">
            <a:extLst>
              <a:ext uri="{FF2B5EF4-FFF2-40B4-BE49-F238E27FC236}">
                <a16:creationId xmlns:a16="http://schemas.microsoft.com/office/drawing/2014/main" id="{A185DD8C-50B6-3D40-8D4E-D928B8AB44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-1174354" y="1762919"/>
            <a:ext cx="2349500" cy="293608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Image" descr="Image">
            <a:extLst>
              <a:ext uri="{FF2B5EF4-FFF2-40B4-BE49-F238E27FC236}">
                <a16:creationId xmlns:a16="http://schemas.microsoft.com/office/drawing/2014/main" id="{8B4640CE-D4C7-678D-1A4D-014E17AD5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r="10001"/>
          <a:stretch>
            <a:fillRect/>
          </a:stretch>
        </p:blipFill>
        <p:spPr bwMode="auto">
          <a:xfrm>
            <a:off x="1875631" y="3933825"/>
            <a:ext cx="2349500" cy="2936082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0A6BE79E-0351-BFF4-6610-8DC0DC4948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1937" y="1534266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3638702A-466F-7AA3-E9A8-A41E570873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71480" y="3699418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CDE3865E-37B6-DA7F-D398-819F5AD511A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48430" y="3699418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1C1C665F-5DE2-1313-4F4B-7A7BED6C74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279284" y="1534266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D5AD4D9A-4D8B-ED5A-5E29-8FF40FD10BB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878410" y="-1771650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A8CA6064-D8DA-42FE-0D87-E29A8870F5C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916885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 lang="en-US"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ACB21DDA-39D6-84F2-B648-3A5E2A3AB70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955360" y="-1771650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89740ECE-478D-FEF9-D474-05DCDBC111A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994629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1" name="Picture Placeholder 21">
            <a:extLst>
              <a:ext uri="{FF2B5EF4-FFF2-40B4-BE49-F238E27FC236}">
                <a16:creationId xmlns:a16="http://schemas.microsoft.com/office/drawing/2014/main" id="{E1DA2966-3BA1-7D4F-402A-0D6C17752F9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878410" y="3933826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Picture Placeholder 24">
            <a:extLst>
              <a:ext uri="{FF2B5EF4-FFF2-40B4-BE49-F238E27FC236}">
                <a16:creationId xmlns:a16="http://schemas.microsoft.com/office/drawing/2014/main" id="{9E334562-A479-397E-1796-C9153CB5155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959725" y="3933826"/>
            <a:ext cx="2344341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noFill/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7C48DD41-CA52-BF87-384B-414269FECA5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-1160066" y="1762919"/>
            <a:ext cx="2348707" cy="2936081"/>
          </a:xfrm>
          <a:custGeom>
            <a:avLst/>
            <a:gdLst>
              <a:gd name="connsiteX0" fmla="*/ 0 w 4697413"/>
              <a:gd name="connsiteY0" fmla="*/ 0 h 5872162"/>
              <a:gd name="connsiteX1" fmla="*/ 4697413 w 4697413"/>
              <a:gd name="connsiteY1" fmla="*/ 0 h 5872162"/>
              <a:gd name="connsiteX2" fmla="*/ 4697413 w 4697413"/>
              <a:gd name="connsiteY2" fmla="*/ 5872162 h 5872162"/>
              <a:gd name="connsiteX3" fmla="*/ 0 w 4697413"/>
              <a:gd name="connsiteY3" fmla="*/ 5872162 h 5872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413" h="5872162">
                <a:moveTo>
                  <a:pt x="0" y="0"/>
                </a:moveTo>
                <a:lnTo>
                  <a:pt x="4697413" y="0"/>
                </a:lnTo>
                <a:lnTo>
                  <a:pt x="4697413" y="5872162"/>
                </a:lnTo>
                <a:lnTo>
                  <a:pt x="0" y="5872162"/>
                </a:lnTo>
                <a:close/>
              </a:path>
            </a:pathLst>
          </a:custGeom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1C5575B-1B18-AF4F-D25E-48D0B83511E4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895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5BE0429A-A211-D954-F430-FC284AF2E2E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953514" y="-2653012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25">
            <a:extLst>
              <a:ext uri="{FF2B5EF4-FFF2-40B4-BE49-F238E27FC236}">
                <a16:creationId xmlns:a16="http://schemas.microsoft.com/office/drawing/2014/main" id="{799D36EF-7A3C-52FB-1C5D-9F7841560C8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953514" y="304928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26">
            <a:extLst>
              <a:ext uri="{FF2B5EF4-FFF2-40B4-BE49-F238E27FC236}">
                <a16:creationId xmlns:a16="http://schemas.microsoft.com/office/drawing/2014/main" id="{12C1D2FD-2D01-CE94-3F58-3CD24DF6B37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0992145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CC0E08B1-5D87-D8FC-ED06-DD45A0DC99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B08AE4B9-4404-6784-0268-1E4DEA0E87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75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7CF36FE-6927-4039-7FB0-E1FF1D62F8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" name="Picture Placeholder 21">
            <a:extLst>
              <a:ext uri="{FF2B5EF4-FFF2-40B4-BE49-F238E27FC236}">
                <a16:creationId xmlns:a16="http://schemas.microsoft.com/office/drawing/2014/main" id="{E89E5D1D-9B01-9BB6-311B-CAB1798D88D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876252" y="-2653012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AE380A71-1C32-6D55-63A4-F0C0740D2AF2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-1162379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Picture Placeholder 22">
            <a:extLst>
              <a:ext uri="{FF2B5EF4-FFF2-40B4-BE49-F238E27FC236}">
                <a16:creationId xmlns:a16="http://schemas.microsoft.com/office/drawing/2014/main" id="{3953B2D2-0056-20B7-C2D0-EF8142632FC9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876252" y="304928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D28641EB-E49F-77B5-43DC-6CBFC887CCC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914883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9BA2AD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11FEEB51-A8EC-65A9-63D4-BFB57CBFB2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B6159ACC-D2AB-13CB-1707-B51B64648E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-2748756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EAD034CE-A625-DBD6-03A9-2A819DA3D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79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DDDFE3CC-82D9-AF92-CBDD-68097299A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" name="Image">
            <a:extLst>
              <a:ext uri="{FF2B5EF4-FFF2-40B4-BE49-F238E27FC236}">
                <a16:creationId xmlns:a16="http://schemas.microsoft.com/office/drawing/2014/main" id="{BC76BEDC-5D9E-9BF4-E606-B6AFB7515B7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019454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2" name="Image">
            <a:extLst>
              <a:ext uri="{FF2B5EF4-FFF2-40B4-BE49-F238E27FC236}">
                <a16:creationId xmlns:a16="http://schemas.microsoft.com/office/drawing/2014/main" id="{D1763688-3BF9-4D1B-A5B8-1A33167AE7D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64262" y="3520911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3" name="Image">
            <a:extLst>
              <a:ext uri="{FF2B5EF4-FFF2-40B4-BE49-F238E27FC236}">
                <a16:creationId xmlns:a16="http://schemas.microsoft.com/office/drawing/2014/main" id="{94A76A58-F53B-B886-876D-FDD9274212C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041511" y="3520924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4" name="Image">
            <a:extLst>
              <a:ext uri="{FF2B5EF4-FFF2-40B4-BE49-F238E27FC236}">
                <a16:creationId xmlns:a16="http://schemas.microsoft.com/office/drawing/2014/main" id="{291122F9-E754-F282-6C20-AF01F92CECE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1080155" y="1343122"/>
            <a:ext cx="187550" cy="187549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5" name="Image">
            <a:extLst>
              <a:ext uri="{FF2B5EF4-FFF2-40B4-BE49-F238E27FC236}">
                <a16:creationId xmlns:a16="http://schemas.microsoft.com/office/drawing/2014/main" id="{EA804524-4526-BE74-A4B5-75184D8553A6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-1074369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9AD3FA55-5D56-3DF1-D1BC-0D27E361B46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-883793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A2076133-7D47-130A-B82C-21448C620D2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07004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256161D0-06C8-79CA-CB36-49BBA6D635E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267704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5282E906-8668-B754-6358-0BEAC640DE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64512" y="3545206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E051F8E3-6E69-2FEA-7836-045453CA6EB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29060" y="3545206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C951BD49-DA65-D2E5-6EBD-4BB4A88E1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4974432" y="977900"/>
            <a:ext cx="2266950" cy="318294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D1AAFE11-EC75-442D-29B3-3C464AC53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-1133475" y="980358"/>
            <a:ext cx="2266950" cy="318294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8FF9F6C6-24BB-E490-AE6F-2BADAA76B7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11058525" y="982817"/>
            <a:ext cx="2266950" cy="318294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78B00AA-CEFC-71EC-22AB-992FA87DA4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8008067" y="3153288"/>
            <a:ext cx="2266950" cy="318294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45E9FAC0-1C54-831E-B5C7-D540798937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1934190" y="3155746"/>
            <a:ext cx="2266950" cy="318294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5AD8ED6-C36D-0645-43C1-DD363EA4EFE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77402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5F2E3972-29F0-6A9C-E9BB-07EEF40A0B1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876252" y="-2653012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Picture Placeholder 23">
            <a:extLst>
              <a:ext uri="{FF2B5EF4-FFF2-40B4-BE49-F238E27FC236}">
                <a16:creationId xmlns:a16="http://schemas.microsoft.com/office/drawing/2014/main" id="{0B12C76F-A09C-09AC-760C-F8C6235A7F87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914883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B5761D47-2FED-64C4-FE7E-FD95366FD59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953514" y="-2653012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Picture Placeholder 25">
            <a:extLst>
              <a:ext uri="{FF2B5EF4-FFF2-40B4-BE49-F238E27FC236}">
                <a16:creationId xmlns:a16="http://schemas.microsoft.com/office/drawing/2014/main" id="{1039A462-0DA4-9C8A-856A-A155A0B585F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953514" y="304928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26">
            <a:extLst>
              <a:ext uri="{FF2B5EF4-FFF2-40B4-BE49-F238E27FC236}">
                <a16:creationId xmlns:a16="http://schemas.microsoft.com/office/drawing/2014/main" id="{F975A1E8-A1B8-EDA5-7D1E-88BF7881181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0992145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7" name="Picture Placeholder 18">
            <a:extLst>
              <a:ext uri="{FF2B5EF4-FFF2-40B4-BE49-F238E27FC236}">
                <a16:creationId xmlns:a16="http://schemas.microsoft.com/office/drawing/2014/main" id="{AC0EE9FB-93A9-76D9-07A2-70DBCC51CED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-1162379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7009E318-DDD2-173E-D10D-6F1E67D33F2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876252" y="304928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BABFC7"/>
          </a:solidFill>
          <a:ln w="12700">
            <a:miter lim="400000"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B6159ACC-D2AB-13CB-1707-B51B64648E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-2748756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EAD034CE-A625-DBD6-03A9-2A819DA3D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79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DDDFE3CC-82D9-AF92-CBDD-68097299A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CC0E08B1-5D87-D8FC-ED06-DD45A0DC99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29535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B08AE4B9-4404-6784-0268-1E4DEA0E87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75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B7CF36FE-6927-4039-7FB0-E1FF1D62F8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-2748757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11FEEB51-A8EC-65A9-63D4-BFB57CBFB2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" name="Image">
            <a:extLst>
              <a:ext uri="{FF2B5EF4-FFF2-40B4-BE49-F238E27FC236}">
                <a16:creationId xmlns:a16="http://schemas.microsoft.com/office/drawing/2014/main" id="{BC76BEDC-5D9E-9BF4-E606-B6AFB7515B7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019454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32" name="Image">
            <a:extLst>
              <a:ext uri="{FF2B5EF4-FFF2-40B4-BE49-F238E27FC236}">
                <a16:creationId xmlns:a16="http://schemas.microsoft.com/office/drawing/2014/main" id="{D1763688-3BF9-4D1B-A5B8-1A33167AE7D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964262" y="3520911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 </a:t>
            </a:r>
          </a:p>
        </p:txBody>
      </p:sp>
      <p:sp>
        <p:nvSpPr>
          <p:cNvPr id="33" name="Image">
            <a:extLst>
              <a:ext uri="{FF2B5EF4-FFF2-40B4-BE49-F238E27FC236}">
                <a16:creationId xmlns:a16="http://schemas.microsoft.com/office/drawing/2014/main" id="{94A76A58-F53B-B886-876D-FDD9274212C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41511" y="3520924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34" name="Image">
            <a:extLst>
              <a:ext uri="{FF2B5EF4-FFF2-40B4-BE49-F238E27FC236}">
                <a16:creationId xmlns:a16="http://schemas.microsoft.com/office/drawing/2014/main" id="{291122F9-E754-F282-6C20-AF01F92CECE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1080155" y="1343122"/>
            <a:ext cx="187550" cy="187549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35" name="Image">
            <a:extLst>
              <a:ext uri="{FF2B5EF4-FFF2-40B4-BE49-F238E27FC236}">
                <a16:creationId xmlns:a16="http://schemas.microsoft.com/office/drawing/2014/main" id="{EA804524-4526-BE74-A4B5-75184D8553A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-1074369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9AD3FA55-5D56-3DF1-D1BC-0D27E361B46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-883793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A2076133-7D47-130A-B82C-21448C620D2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07004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256161D0-06C8-79CA-CB36-49BBA6D635E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267704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5282E906-8668-B754-6358-0BEAC640DE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64512" y="3545206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E051F8E3-6E69-2FEA-7836-045453CA6EB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29060" y="3545206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42D9C70D-9905-F199-1ED7-2743A9D27B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4974432" y="977900"/>
            <a:ext cx="2266950" cy="318294"/>
          </a:xfrm>
          <a:prstGeom prst="rect">
            <a:avLst/>
          </a:prstGeom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E77BB40E-4143-1A4F-575F-C1890D3A5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-1133475" y="980358"/>
            <a:ext cx="2266950" cy="318294"/>
          </a:xfrm>
          <a:prstGeom prst="rect">
            <a:avLst/>
          </a:prstGeom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067AD9ED-A1B2-6982-33F0-63064B309E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11058525" y="982817"/>
            <a:ext cx="2266950" cy="318294"/>
          </a:xfrm>
          <a:prstGeom prst="rect">
            <a:avLst/>
          </a:prstGeom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4C9CC2B-5667-3846-B815-AB649CC010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8008067" y="3153288"/>
            <a:ext cx="2266950" cy="318294"/>
          </a:xfrm>
          <a:prstGeom prst="rect">
            <a:avLst/>
          </a:prstGeom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2031913A-C2F9-B60F-9FD7-C1AE3FDA56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1934190" y="3155746"/>
            <a:ext cx="2266950" cy="318294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07F10-ABAA-3919-7FF6-2EBABA42F44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4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EB615D80-8F73-BD6E-837B-0FBB409B99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80932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1" y="129946"/>
                  <a:pt x="4679821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26">
            <a:extLst>
              <a:ext uri="{FF2B5EF4-FFF2-40B4-BE49-F238E27FC236}">
                <a16:creationId xmlns:a16="http://schemas.microsoft.com/office/drawing/2014/main" id="{C6814349-DCEB-2FE1-CA7C-EC8284E4D06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19564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9885A54D-6D20-99DE-A52B-4AC67D44ADB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58194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6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6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4" y="0"/>
                  <a:pt x="4423826" y="0"/>
                  <a:pt x="4486136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6" y="10180655"/>
                </a:cubicBezTo>
                <a:cubicBezTo>
                  <a:pt x="4423826" y="10206644"/>
                  <a:pt x="4329924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B874EF3C-5BF2-2C49-B03D-4E84D18C4F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BBE92C30-E52E-2448-CD12-33C59A484E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88FA54C3-7C0C-9DCC-73CE-C8B381E4FB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4420D39-2959-4C68-698E-86FB6EE237A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994586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8B25CD7-5317-4DB4-4861-F64353427F0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185163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4" name="Image">
            <a:extLst>
              <a:ext uri="{FF2B5EF4-FFF2-40B4-BE49-F238E27FC236}">
                <a16:creationId xmlns:a16="http://schemas.microsoft.com/office/drawing/2014/main" id="{284AB5A3-064B-1D1E-5E41-7EDDB87E9E88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038649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78D0CB04-7C54-2066-B92D-8F4F575A461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29225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6" name="Image">
            <a:extLst>
              <a:ext uri="{FF2B5EF4-FFF2-40B4-BE49-F238E27FC236}">
                <a16:creationId xmlns:a16="http://schemas.microsoft.com/office/drawing/2014/main" id="{1FFCDCDD-C7CE-958C-D7EA-FEDC7E4D566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082711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19FA4565-092E-E5D8-8727-80281F84339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73288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B357D-3AF5-2802-44EA-11A1F6271D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44557"/>
            <a:ext cx="1917339" cy="283766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CEEF8A4-7659-2EF1-741A-DE0CC870DD18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2397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EB615D80-8F73-BD6E-837B-0FBB409B99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80932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7"/>
                  <a:pt x="4647141" y="129946"/>
                  <a:pt x="4679821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3" y="129946"/>
                  <a:pt x="129850" y="59067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26">
            <a:extLst>
              <a:ext uri="{FF2B5EF4-FFF2-40B4-BE49-F238E27FC236}">
                <a16:creationId xmlns:a16="http://schemas.microsoft.com/office/drawing/2014/main" id="{C6814349-DCEB-2FE1-CA7C-EC8284E4D06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19564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9885A54D-6D20-99DE-A52B-4AC67D44ADB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58194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6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6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4" y="0"/>
                  <a:pt x="4423826" y="0"/>
                  <a:pt x="4486136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6" y="10180655"/>
                </a:cubicBezTo>
                <a:cubicBezTo>
                  <a:pt x="4423826" y="10206644"/>
                  <a:pt x="4329924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B874EF3C-5BF2-2C49-B03D-4E84D18C4F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BBE92C30-E52E-2448-CD12-33C59A484E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88FA54C3-7C0C-9DCC-73CE-C8B381E4FB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4420D39-2959-4C68-698E-86FB6EE237A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994586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8B25CD7-5317-4DB4-4861-F64353427F0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185163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4" name="Image">
            <a:extLst>
              <a:ext uri="{FF2B5EF4-FFF2-40B4-BE49-F238E27FC236}">
                <a16:creationId xmlns:a16="http://schemas.microsoft.com/office/drawing/2014/main" id="{284AB5A3-064B-1D1E-5E41-7EDDB87E9E88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5038649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78D0CB04-7C54-2066-B92D-8F4F575A461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29225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6" name="Image">
            <a:extLst>
              <a:ext uri="{FF2B5EF4-FFF2-40B4-BE49-F238E27FC236}">
                <a16:creationId xmlns:a16="http://schemas.microsoft.com/office/drawing/2014/main" id="{1FFCDCDD-C7CE-958C-D7EA-FEDC7E4D5660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082711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19FA4565-092E-E5D8-8727-80281F84339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73288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10F41A3C-4FA0-B8A1-E8AC-7C02656083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27A822-B611-D17C-891A-364ED274CE83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07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68726C-8A73-16F8-5065-3BBE3B0BBE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00203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3604C9-413B-962A-037D-196697AD550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38834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0B4BD59-92B2-7186-718B-96D455C2FC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477464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94C95B9-9D99-88BB-ED78-929AF08415F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1572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76E736A6-0559-BBA6-5593-9AC8682A01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9BF25B76-6899-0D08-5428-54A7F716E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92533983-02F9-D9CB-7812-0C6D65E2D5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4BC66F54-DC81-F12D-587C-9C6A075EB2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48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4" name="Image">
            <a:extLst>
              <a:ext uri="{FF2B5EF4-FFF2-40B4-BE49-F238E27FC236}">
                <a16:creationId xmlns:a16="http://schemas.microsoft.com/office/drawing/2014/main" id="{D573A431-7D86-E944-7C35-F01D3E40890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06608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100"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88E3E2C-FEDC-C341-BF5F-5BD0215963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97185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6" name="Image">
            <a:extLst>
              <a:ext uri="{FF2B5EF4-FFF2-40B4-BE49-F238E27FC236}">
                <a16:creationId xmlns:a16="http://schemas.microsoft.com/office/drawing/2014/main" id="{A2F6D3D0-AE69-CE12-DDAF-6D434B86C26B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3545083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B63E9D9-D6E1-3274-09AD-A7EFA3E9D83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35660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8" name="Image">
            <a:extLst>
              <a:ext uri="{FF2B5EF4-FFF2-40B4-BE49-F238E27FC236}">
                <a16:creationId xmlns:a16="http://schemas.microsoft.com/office/drawing/2014/main" id="{6B2790A3-7516-87A7-242D-04FD9D9BE1E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583558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2CEB832-1821-224E-6949-8BFE5438C3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74134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0" name="Image">
            <a:extLst>
              <a:ext uri="{FF2B5EF4-FFF2-40B4-BE49-F238E27FC236}">
                <a16:creationId xmlns:a16="http://schemas.microsoft.com/office/drawing/2014/main" id="{6800BE56-D868-66EF-7A5D-BD0E4DBD39A4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624301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89EF554-C33D-05F9-4FD6-FB3D5E98A4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14878" y="1367417"/>
            <a:ext cx="1733550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B4F57E-D575-4BFF-3AFA-76A5487D0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5201251-49FA-8E57-8582-91CD8F90EDAF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7987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68726C-8A73-16F8-5065-3BBE3B0BBE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00203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3604C9-413B-962A-037D-196697AD550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38834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0B4BD59-92B2-7186-718B-96D455C2FC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477464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94C95B9-9D99-88BB-ED78-929AF08415F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1572" y="877339"/>
            <a:ext cx="2352874" cy="5103322"/>
          </a:xfrm>
          <a:custGeom>
            <a:avLst/>
            <a:gdLst>
              <a:gd name="connsiteX0" fmla="*/ 532254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4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4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4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4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3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3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4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76E736A6-0559-BBA6-5593-9AC8682A01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9BF25B76-6899-0D08-5428-54A7F716E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92533983-02F9-D9CB-7812-0C6D65E2D5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4BC66F54-DC81-F12D-587C-9C6A075EB2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48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4" name="Image">
            <a:extLst>
              <a:ext uri="{FF2B5EF4-FFF2-40B4-BE49-F238E27FC236}">
                <a16:creationId xmlns:a16="http://schemas.microsoft.com/office/drawing/2014/main" id="{D573A431-7D86-E944-7C35-F01D3E40890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06608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088E3E2C-FEDC-C341-BF5F-5BD0215963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97185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6" name="Image">
            <a:extLst>
              <a:ext uri="{FF2B5EF4-FFF2-40B4-BE49-F238E27FC236}">
                <a16:creationId xmlns:a16="http://schemas.microsoft.com/office/drawing/2014/main" id="{A2F6D3D0-AE69-CE12-DDAF-6D434B86C26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545083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B63E9D9-D6E1-3274-09AD-A7EFA3E9D83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35660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8" name="Image">
            <a:extLst>
              <a:ext uri="{FF2B5EF4-FFF2-40B4-BE49-F238E27FC236}">
                <a16:creationId xmlns:a16="http://schemas.microsoft.com/office/drawing/2014/main" id="{6B2790A3-7516-87A7-242D-04FD9D9BE1EC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583558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2CEB832-1821-224E-6949-8BFE5438C3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74134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0" name="Image">
            <a:extLst>
              <a:ext uri="{FF2B5EF4-FFF2-40B4-BE49-F238E27FC236}">
                <a16:creationId xmlns:a16="http://schemas.microsoft.com/office/drawing/2014/main" id="{6800BE56-D868-66EF-7A5D-BD0E4DBD39A4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624301" y="1343122"/>
            <a:ext cx="187550" cy="187550"/>
          </a:xfrm>
          <a:prstGeom prst="ellipse">
            <a:avLst/>
          </a:prstGeom>
          <a:solidFill>
            <a:srgbClr val="F2F2F3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89EF554-C33D-05F9-4FD6-FB3D5E98A4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14878" y="1367417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A52DA35-C825-6268-4C7D-B993B05E53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4B33D7E-BA7B-E46E-CE37-EE6303BC6BCE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79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A3384F1E-D537-70E7-D502-0097F83015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17894" y="1739901"/>
            <a:ext cx="2374107" cy="2967038"/>
          </a:xfrm>
          <a:custGeom>
            <a:avLst/>
            <a:gdLst>
              <a:gd name="connsiteX0" fmla="*/ 0 w 4748213"/>
              <a:gd name="connsiteY0" fmla="*/ 0 h 5934075"/>
              <a:gd name="connsiteX1" fmla="*/ 4748213 w 4748213"/>
              <a:gd name="connsiteY1" fmla="*/ 0 h 5934075"/>
              <a:gd name="connsiteX2" fmla="*/ 4748213 w 4748213"/>
              <a:gd name="connsiteY2" fmla="*/ 5934075 h 5934075"/>
              <a:gd name="connsiteX3" fmla="*/ 0 w 4748213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3" h="5934075">
                <a:moveTo>
                  <a:pt x="0" y="0"/>
                </a:moveTo>
                <a:lnTo>
                  <a:pt x="4748213" y="0"/>
                </a:lnTo>
                <a:lnTo>
                  <a:pt x="4748213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64FCBA9C-3260-9F26-E91A-4696A9F9F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4910882" y="854122"/>
            <a:ext cx="2376993" cy="5149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05A84D3B-6DBA-E2CB-2EAD-DF2E2D938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07" y="746919"/>
            <a:ext cx="2617788" cy="53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FAD21022-4CC4-6AB8-4082-47F7BD880F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B2E8B846-C679-D59E-7A19-8A1D8D3B6C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02682" y="1739901"/>
            <a:ext cx="2374106" cy="2967038"/>
          </a:xfrm>
          <a:custGeom>
            <a:avLst/>
            <a:gdLst>
              <a:gd name="connsiteX0" fmla="*/ 0 w 4748212"/>
              <a:gd name="connsiteY0" fmla="*/ 0 h 5934075"/>
              <a:gd name="connsiteX1" fmla="*/ 4748212 w 4748212"/>
              <a:gd name="connsiteY1" fmla="*/ 0 h 5934075"/>
              <a:gd name="connsiteX2" fmla="*/ 4748212 w 4748212"/>
              <a:gd name="connsiteY2" fmla="*/ 5934075 h 5934075"/>
              <a:gd name="connsiteX3" fmla="*/ 0 w 4748212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2" h="5934075">
                <a:moveTo>
                  <a:pt x="0" y="0"/>
                </a:moveTo>
                <a:lnTo>
                  <a:pt x="4748212" y="0"/>
                </a:lnTo>
                <a:lnTo>
                  <a:pt x="4748212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67480D9-077E-37A6-FA47-2CAB7D02B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09344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2BE72C26-48ED-8276-5DC7-E7F27C49FD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5213" y="1739901"/>
            <a:ext cx="2374107" cy="2967038"/>
          </a:xfrm>
          <a:custGeom>
            <a:avLst/>
            <a:gdLst>
              <a:gd name="connsiteX0" fmla="*/ 0 w 4748213"/>
              <a:gd name="connsiteY0" fmla="*/ 0 h 5934075"/>
              <a:gd name="connsiteX1" fmla="*/ 4748213 w 4748213"/>
              <a:gd name="connsiteY1" fmla="*/ 0 h 5934075"/>
              <a:gd name="connsiteX2" fmla="*/ 4748213 w 4748213"/>
              <a:gd name="connsiteY2" fmla="*/ 5934075 h 5934075"/>
              <a:gd name="connsiteX3" fmla="*/ 0 w 4748213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3" h="5934075">
                <a:moveTo>
                  <a:pt x="0" y="0"/>
                </a:moveTo>
                <a:lnTo>
                  <a:pt x="4748213" y="0"/>
                </a:lnTo>
                <a:lnTo>
                  <a:pt x="4748213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4FCED09F-2FD1-A461-94DF-C131160379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6" b="6"/>
          <a:stretch>
            <a:fillRect/>
          </a:stretch>
        </p:blipFill>
        <p:spPr>
          <a:xfrm>
            <a:off x="4965189" y="1469118"/>
            <a:ext cx="208360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E93ACE1D-4AAD-5628-739B-A7B8ACCF51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94741" y="1503818"/>
            <a:ext cx="1733550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F8F0F-A78F-EFAD-3297-DC1AC7235A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52132C-5DD1-39C6-AA26-A9B363FB9DF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14450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A3384F1E-D537-70E7-D502-0097F83015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17894" y="1739901"/>
            <a:ext cx="2374107" cy="2967038"/>
          </a:xfrm>
          <a:custGeom>
            <a:avLst/>
            <a:gdLst>
              <a:gd name="connsiteX0" fmla="*/ 0 w 4748213"/>
              <a:gd name="connsiteY0" fmla="*/ 0 h 5934075"/>
              <a:gd name="connsiteX1" fmla="*/ 4748213 w 4748213"/>
              <a:gd name="connsiteY1" fmla="*/ 0 h 5934075"/>
              <a:gd name="connsiteX2" fmla="*/ 4748213 w 4748213"/>
              <a:gd name="connsiteY2" fmla="*/ 5934075 h 5934075"/>
              <a:gd name="connsiteX3" fmla="*/ 0 w 4748213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3" h="5934075">
                <a:moveTo>
                  <a:pt x="0" y="0"/>
                </a:moveTo>
                <a:lnTo>
                  <a:pt x="4748213" y="0"/>
                </a:lnTo>
                <a:lnTo>
                  <a:pt x="4748213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64FCBA9C-3260-9F26-E91A-4696A9F9F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4910882" y="854122"/>
            <a:ext cx="2376993" cy="5149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05A84D3B-6DBA-E2CB-2EAD-DF2E2D938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07" y="746919"/>
            <a:ext cx="2617788" cy="53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FAD21022-4CC4-6AB8-4082-47F7BD880F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B2E8B846-C679-D59E-7A19-8A1D8D3B6C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02682" y="1739901"/>
            <a:ext cx="2374106" cy="2967038"/>
          </a:xfrm>
          <a:custGeom>
            <a:avLst/>
            <a:gdLst>
              <a:gd name="connsiteX0" fmla="*/ 0 w 4748212"/>
              <a:gd name="connsiteY0" fmla="*/ 0 h 5934075"/>
              <a:gd name="connsiteX1" fmla="*/ 4748212 w 4748212"/>
              <a:gd name="connsiteY1" fmla="*/ 0 h 5934075"/>
              <a:gd name="connsiteX2" fmla="*/ 4748212 w 4748212"/>
              <a:gd name="connsiteY2" fmla="*/ 5934075 h 5934075"/>
              <a:gd name="connsiteX3" fmla="*/ 0 w 4748212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2" h="5934075">
                <a:moveTo>
                  <a:pt x="0" y="0"/>
                </a:moveTo>
                <a:lnTo>
                  <a:pt x="4748212" y="0"/>
                </a:lnTo>
                <a:lnTo>
                  <a:pt x="4748212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67480D9-077E-37A6-FA47-2CAB7D02B45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09344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  <a:p>
            <a:r>
              <a:rPr lang="en-US"/>
              <a:t> </a:t>
            </a:r>
          </a:p>
        </p:txBody>
      </p:sp>
      <p:sp>
        <p:nvSpPr>
          <p:cNvPr id="14" name="Picture Placeholder 22">
            <a:extLst>
              <a:ext uri="{FF2B5EF4-FFF2-40B4-BE49-F238E27FC236}">
                <a16:creationId xmlns:a16="http://schemas.microsoft.com/office/drawing/2014/main" id="{2BE72C26-48ED-8276-5DC7-E7F27C49FD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5213" y="1739901"/>
            <a:ext cx="2374107" cy="2967038"/>
          </a:xfrm>
          <a:custGeom>
            <a:avLst/>
            <a:gdLst>
              <a:gd name="connsiteX0" fmla="*/ 0 w 4748213"/>
              <a:gd name="connsiteY0" fmla="*/ 0 h 5934075"/>
              <a:gd name="connsiteX1" fmla="*/ 4748213 w 4748213"/>
              <a:gd name="connsiteY1" fmla="*/ 0 h 5934075"/>
              <a:gd name="connsiteX2" fmla="*/ 4748213 w 4748213"/>
              <a:gd name="connsiteY2" fmla="*/ 5934075 h 5934075"/>
              <a:gd name="connsiteX3" fmla="*/ 0 w 4748213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213" h="5934075">
                <a:moveTo>
                  <a:pt x="0" y="0"/>
                </a:moveTo>
                <a:lnTo>
                  <a:pt x="4748213" y="0"/>
                </a:lnTo>
                <a:lnTo>
                  <a:pt x="4748213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4FCED09F-2FD1-A461-94DF-C131160379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6" b="6"/>
          <a:stretch>
            <a:fillRect/>
          </a:stretch>
        </p:blipFill>
        <p:spPr>
          <a:xfrm>
            <a:off x="4965189" y="1469118"/>
            <a:ext cx="208360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E93ACE1D-4AAD-5628-739B-A7B8ACCF51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94741" y="1503818"/>
            <a:ext cx="1733550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88C66376-883F-08A8-8B1C-1E9C8E6A7F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58FEDB-A027-AE4D-C2C9-B54041A3AF0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6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F52888D4-4199-2199-EE27-6924E0270C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21113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5F47F30-8077-ED7D-3EAC-7E82395EEA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3794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CD94DD6A-F20D-260B-8B8D-EA1A0DC15E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26475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E0D6F1FF-F55F-E8B9-8F42-49D68CD4E8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1315980" y="854122"/>
            <a:ext cx="2376992" cy="5149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5EB95F42-202A-A5EA-9814-18AAAEF26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746919"/>
            <a:ext cx="2617788" cy="53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8F2E448B-399E-3154-43C9-CB05D3C48E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4451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C9AD8481-7265-CC52-6753-B015D52AB0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6" b="6"/>
          <a:stretch>
            <a:fillRect/>
          </a:stretch>
        </p:blipFill>
        <p:spPr>
          <a:xfrm>
            <a:off x="1370287" y="1469118"/>
            <a:ext cx="208360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3D9F28E-C6B0-C2FB-E1A0-CF05FC174C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03816" y="1503818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67612-A57C-B032-7067-DC6CAD00D3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28D8298-420B-2908-9838-C27B24A92F06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03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F52888D4-4199-2199-EE27-6924E0270C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21113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5F47F30-8077-ED7D-3EAC-7E82395EEA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3794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CD94DD6A-F20D-260B-8B8D-EA1A0DC15E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26475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E0D6F1FF-F55F-E8B9-8F42-49D68CD4E8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1315980" y="854122"/>
            <a:ext cx="2376992" cy="5149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5EB95F42-202A-A5EA-9814-18AAAEF26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746919"/>
            <a:ext cx="2617788" cy="53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8F2E448B-399E-3154-43C9-CB05D3C48E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4451" y="1739901"/>
            <a:ext cx="2373313" cy="2967038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C9AD8481-7265-CC52-6753-B015D52AB0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6" b="6"/>
          <a:stretch>
            <a:fillRect/>
          </a:stretch>
        </p:blipFill>
        <p:spPr>
          <a:xfrm>
            <a:off x="1370287" y="1469118"/>
            <a:ext cx="208360" cy="208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43D9F28E-C6B0-C2FB-E1A0-CF05FC174C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03816" y="1503818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920CC4A1-13F9-5305-13D0-242D7D5B1A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A70DCF6-E18D-36AB-A847-30D2529561ED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78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B9AD7950-7848-217F-3790-C5575709D8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613557" y="938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71DEA271-3162-7F51-12BD-448C5ED669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613557" y="6343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7962B75F-640C-3D52-2DFA-62C0256730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6237288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80C1E0E-0548-7FAD-3FA8-BD0246409B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491038" y="-4556919"/>
            <a:ext cx="2584450" cy="5295107"/>
            <a:chOff x="0" y="0"/>
            <a:chExt cx="5168791" cy="10590014"/>
          </a:xfrm>
        </p:grpSpPr>
        <p:pic>
          <p:nvPicPr>
            <p:cNvPr id="10" name="IG_POST.png" descr="IG_POST.png">
              <a:extLst>
                <a:ext uri="{FF2B5EF4-FFF2-40B4-BE49-F238E27FC236}">
                  <a16:creationId xmlns:a16="http://schemas.microsoft.com/office/drawing/2014/main" id="{F3B2DA8F-132D-58A5-BFB9-620D1ECE5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11"/>
            <a:stretch>
              <a:fillRect/>
            </a:stretch>
          </p:blipFill>
          <p:spPr>
            <a:xfrm>
              <a:off x="244931" y="212104"/>
              <a:ext cx="4692249" cy="10165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1047" y="0"/>
                  </a:moveTo>
                  <a:cubicBezTo>
                    <a:pt x="1015" y="4"/>
                    <a:pt x="978" y="7"/>
                    <a:pt x="950" y="13"/>
                  </a:cubicBezTo>
                  <a:cubicBezTo>
                    <a:pt x="536" y="82"/>
                    <a:pt x="209" y="233"/>
                    <a:pt x="58" y="424"/>
                  </a:cubicBezTo>
                  <a:cubicBezTo>
                    <a:pt x="33" y="452"/>
                    <a:pt x="16" y="485"/>
                    <a:pt x="0" y="519"/>
                  </a:cubicBezTo>
                  <a:lnTo>
                    <a:pt x="0" y="21081"/>
                  </a:lnTo>
                  <a:cubicBezTo>
                    <a:pt x="16" y="21116"/>
                    <a:pt x="33" y="21149"/>
                    <a:pt x="58" y="21177"/>
                  </a:cubicBezTo>
                  <a:cubicBezTo>
                    <a:pt x="209" y="21368"/>
                    <a:pt x="536" y="21519"/>
                    <a:pt x="950" y="21588"/>
                  </a:cubicBezTo>
                  <a:cubicBezTo>
                    <a:pt x="976" y="21593"/>
                    <a:pt x="1011" y="21596"/>
                    <a:pt x="1039" y="21600"/>
                  </a:cubicBezTo>
                  <a:lnTo>
                    <a:pt x="20499" y="21600"/>
                  </a:lnTo>
                  <a:cubicBezTo>
                    <a:pt x="20528" y="21596"/>
                    <a:pt x="20562" y="21593"/>
                    <a:pt x="20588" y="21588"/>
                  </a:cubicBezTo>
                  <a:cubicBezTo>
                    <a:pt x="21003" y="21519"/>
                    <a:pt x="21329" y="21368"/>
                    <a:pt x="21480" y="21177"/>
                  </a:cubicBezTo>
                  <a:cubicBezTo>
                    <a:pt x="21600" y="21044"/>
                    <a:pt x="21599" y="20845"/>
                    <a:pt x="21599" y="20513"/>
                  </a:cubicBezTo>
                  <a:lnTo>
                    <a:pt x="21599" y="1088"/>
                  </a:lnTo>
                  <a:cubicBezTo>
                    <a:pt x="21599" y="756"/>
                    <a:pt x="21600" y="557"/>
                    <a:pt x="21480" y="424"/>
                  </a:cubicBezTo>
                  <a:cubicBezTo>
                    <a:pt x="21329" y="233"/>
                    <a:pt x="21003" y="82"/>
                    <a:pt x="20588" y="13"/>
                  </a:cubicBezTo>
                  <a:cubicBezTo>
                    <a:pt x="20560" y="7"/>
                    <a:pt x="20523" y="4"/>
                    <a:pt x="20492" y="0"/>
                  </a:cubicBezTo>
                  <a:lnTo>
                    <a:pt x="104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4D4F948D-FB49-6AA6-2409-6843EB46FC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168792" cy="10590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pic>
        <p:nvPicPr>
          <p:cNvPr id="12" name="IG_POST.png" descr="IG_POST.png">
            <a:extLst>
              <a:ext uri="{FF2B5EF4-FFF2-40B4-BE49-F238E27FC236}">
                <a16:creationId xmlns:a16="http://schemas.microsoft.com/office/drawing/2014/main" id="{DB24B3EA-F767-5B78-409C-7B4576139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938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" name="IG_POST.png" descr="IG_POST.png">
            <a:extLst>
              <a:ext uri="{FF2B5EF4-FFF2-40B4-BE49-F238E27FC236}">
                <a16:creationId xmlns:a16="http://schemas.microsoft.com/office/drawing/2014/main" id="{2F75F54A-C846-2AD4-8E03-A10EB2EBF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-446245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D4EC8B7F-5C9B-8F51-E0AD-DF1C8105B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-4568825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IG_POST.png" descr="IG_POST.png">
            <a:extLst>
              <a:ext uri="{FF2B5EF4-FFF2-40B4-BE49-F238E27FC236}">
                <a16:creationId xmlns:a16="http://schemas.microsoft.com/office/drawing/2014/main" id="{B3CECC8D-75CF-029B-AA13-1E6D46AC40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6343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8D06EDA4-3FB6-D31F-289D-849A2E2E7C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6237288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7" name="IG_POST.png" descr="IG_POST.png">
            <a:extLst>
              <a:ext uri="{FF2B5EF4-FFF2-40B4-BE49-F238E27FC236}">
                <a16:creationId xmlns:a16="http://schemas.microsoft.com/office/drawing/2014/main" id="{1906F86A-2458-698D-AAA7-364E3B627A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372144" y="-181495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" name="IG_POST.png" descr="IG_POST.png">
            <a:extLst>
              <a:ext uri="{FF2B5EF4-FFF2-40B4-BE49-F238E27FC236}">
                <a16:creationId xmlns:a16="http://schemas.microsoft.com/office/drawing/2014/main" id="{4E6701F8-0A60-F120-5EFA-A9F882204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372144" y="35900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31" name="PlaceholderImage.png" descr="PlaceholderImage.png">
            <a:extLst>
              <a:ext uri="{FF2B5EF4-FFF2-40B4-BE49-F238E27FC236}">
                <a16:creationId xmlns:a16="http://schemas.microsoft.com/office/drawing/2014/main" id="{CDC3458E-1764-EABC-E73C-00709D3C60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-385662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" name="username">
            <a:extLst>
              <a:ext uri="{FF2B5EF4-FFF2-40B4-BE49-F238E27FC236}">
                <a16:creationId xmlns:a16="http://schemas.microsoft.com/office/drawing/2014/main" id="{39C9B5AB-A833-C5A1-B343-1B887E7AB963}"/>
              </a:ext>
            </a:extLst>
          </p:cNvPr>
          <p:cNvSpPr txBox="1"/>
          <p:nvPr userDrawn="1"/>
        </p:nvSpPr>
        <p:spPr>
          <a:xfrm>
            <a:off x="4897438" y="-3829702"/>
            <a:ext cx="670719" cy="151323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 algn="l" defTabSz="2438338">
              <a:lnSpc>
                <a:spcPct val="100000"/>
              </a:lnSpc>
              <a:defRPr sz="1300" spc="39">
                <a:solidFill>
                  <a:srgbClr val="000000"/>
                </a:solidFill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650" kern="0">
                <a:latin typeface="+mn-lt"/>
                <a:ea typeface="+mn-ea"/>
                <a:cs typeface="+mn-cs"/>
              </a:rPr>
              <a:t>username</a:t>
            </a:r>
          </a:p>
        </p:txBody>
      </p:sp>
      <p:pic>
        <p:nvPicPr>
          <p:cNvPr id="33" name="PlaceholderImage.png" descr="PlaceholderImage.png">
            <a:extLst>
              <a:ext uri="{FF2B5EF4-FFF2-40B4-BE49-F238E27FC236}">
                <a16:creationId xmlns:a16="http://schemas.microsoft.com/office/drawing/2014/main" id="{8F925745-2F44-2685-04BC-0A0ACDF7B4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-385662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" name="username">
            <a:extLst>
              <a:ext uri="{FF2B5EF4-FFF2-40B4-BE49-F238E27FC236}">
                <a16:creationId xmlns:a16="http://schemas.microsoft.com/office/drawing/2014/main" id="{AFA09F43-EBC8-1AB4-C154-FE1DBB4F044B}"/>
              </a:ext>
            </a:extLst>
          </p:cNvPr>
          <p:cNvSpPr txBox="1"/>
          <p:nvPr userDrawn="1"/>
        </p:nvSpPr>
        <p:spPr>
          <a:xfrm>
            <a:off x="10414794" y="-3829702"/>
            <a:ext cx="670719" cy="151323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 algn="l" defTabSz="2438338">
              <a:lnSpc>
                <a:spcPct val="100000"/>
              </a:lnSpc>
              <a:defRPr sz="1300" spc="39">
                <a:solidFill>
                  <a:srgbClr val="000000"/>
                </a:solidFill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650" kern="0">
                <a:latin typeface="+mn-lt"/>
                <a:ea typeface="+mn-ea"/>
                <a:cs typeface="+mn-cs"/>
              </a:rPr>
              <a:t>username</a:t>
            </a:r>
          </a:p>
        </p:txBody>
      </p:sp>
      <p:pic>
        <p:nvPicPr>
          <p:cNvPr id="42" name="Image" descr="Image">
            <a:extLst>
              <a:ext uri="{FF2B5EF4-FFF2-40B4-BE49-F238E27FC236}">
                <a16:creationId xmlns:a16="http://schemas.microsoft.com/office/drawing/2014/main" id="{CDA3E7B5-DB97-0A6E-7372-ADCE4EDA31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8326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3" name="Image" descr="Image">
            <a:extLst>
              <a:ext uri="{FF2B5EF4-FFF2-40B4-BE49-F238E27FC236}">
                <a16:creationId xmlns:a16="http://schemas.microsoft.com/office/drawing/2014/main" id="{BA52B0BF-2C78-438D-23A2-23C364A244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19" y="3483769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4" name="Image" descr="Image">
            <a:extLst>
              <a:ext uri="{FF2B5EF4-FFF2-40B4-BE49-F238E27FC236}">
                <a16:creationId xmlns:a16="http://schemas.microsoft.com/office/drawing/2014/main" id="{BA30B934-614A-A28B-B5CA-85450E1491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19" y="-1920875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5" name="Image" descr="Image">
            <a:extLst>
              <a:ext uri="{FF2B5EF4-FFF2-40B4-BE49-F238E27FC236}">
                <a16:creationId xmlns:a16="http://schemas.microsoft.com/office/drawing/2014/main" id="{AB987871-7667-4F7E-8E30-F527933E1F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8326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59B94FD1-6AC5-5F7A-1EC2-5452C6BA0C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154664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D2F235F1-E990-3FE8-2357-A3DD3D64CA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425745" y="419790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27" name="Image" descr="Image">
            <a:extLst>
              <a:ext uri="{FF2B5EF4-FFF2-40B4-BE49-F238E27FC236}">
                <a16:creationId xmlns:a16="http://schemas.microsoft.com/office/drawing/2014/main" id="{0C743752-1232-4A83-3F7B-019B60B775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694991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783036CF-FB73-6DED-DD30-DB3DFD68B9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90950" y="157995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D0860655-4E4B-36A7-B42E-E45C9B643CF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47247" y="4231214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EE2679F7-4E6E-CA3E-7DA4-FD1EF4EEF9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90950" y="6983228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51" name="Title 11">
            <a:extLst>
              <a:ext uri="{FF2B5EF4-FFF2-40B4-BE49-F238E27FC236}">
                <a16:creationId xmlns:a16="http://schemas.microsoft.com/office/drawing/2014/main" id="{FEB9B481-D759-F994-3CEA-A82280CA1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AD123F2-32D9-5BEB-3244-1D3BF63D1C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38" name="Picture Placeholder 46">
            <a:extLst>
              <a:ext uri="{FF2B5EF4-FFF2-40B4-BE49-F238E27FC236}">
                <a16:creationId xmlns:a16="http://schemas.microsoft.com/office/drawing/2014/main" id="{BAA076B5-F133-0C54-BEAA-54E1BA8A6D4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11688" y="1818482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37" name="Image" descr="Image">
            <a:extLst>
              <a:ext uri="{FF2B5EF4-FFF2-40B4-BE49-F238E27FC236}">
                <a16:creationId xmlns:a16="http://schemas.microsoft.com/office/drawing/2014/main" id="{576A65D1-E714-A90F-B0BF-CD56AE92A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7370763" y="4482307"/>
            <a:ext cx="2342357" cy="2928144"/>
          </a:xfrm>
          <a:prstGeom prst="rect">
            <a:avLst/>
          </a:prstGeom>
        </p:spPr>
      </p:pic>
      <p:sp>
        <p:nvSpPr>
          <p:cNvPr id="40" name="Picture Placeholder 48">
            <a:extLst>
              <a:ext uri="{FF2B5EF4-FFF2-40B4-BE49-F238E27FC236}">
                <a16:creationId xmlns:a16="http://schemas.microsoft.com/office/drawing/2014/main" id="{1ADA5856-070D-DC6E-1D75-B331D51EC32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369969" y="4481513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29" name="Image" descr="Image">
            <a:extLst>
              <a:ext uri="{FF2B5EF4-FFF2-40B4-BE49-F238E27FC236}">
                <a16:creationId xmlns:a16="http://schemas.microsoft.com/office/drawing/2014/main" id="{31053DB3-56F2-BF4A-BC0C-D10C99BE86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694991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023FAC0B-7D6F-8B9C-98C4-15B8E5E5364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409100" y="6983228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5" name="Image" descr="Image">
            <a:extLst>
              <a:ext uri="{FF2B5EF4-FFF2-40B4-BE49-F238E27FC236}">
                <a16:creationId xmlns:a16="http://schemas.microsoft.com/office/drawing/2014/main" id="{B6BED327-ABFA-2DCF-70B0-ED0B7A347C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10129044" y="1818482"/>
            <a:ext cx="2343150" cy="2928938"/>
          </a:xfrm>
          <a:prstGeom prst="rect">
            <a:avLst/>
          </a:prstGeom>
        </p:spPr>
      </p:pic>
      <p:sp>
        <p:nvSpPr>
          <p:cNvPr id="41" name="Picture Placeholder 49">
            <a:extLst>
              <a:ext uri="{FF2B5EF4-FFF2-40B4-BE49-F238E27FC236}">
                <a16:creationId xmlns:a16="http://schemas.microsoft.com/office/drawing/2014/main" id="{98DC1323-2469-31B3-80D4-3FA785CD8C5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129044" y="1818482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50B8364C-80A4-8DF8-97A9-B37AD58BD1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426131" y="-1203670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26" name="username">
            <a:extLst>
              <a:ext uri="{FF2B5EF4-FFF2-40B4-BE49-F238E27FC236}">
                <a16:creationId xmlns:a16="http://schemas.microsoft.com/office/drawing/2014/main" id="{AB671067-50AA-A507-031C-82D6FEFC93A9}"/>
              </a:ext>
            </a:extLst>
          </p:cNvPr>
          <p:cNvSpPr txBox="1">
            <a:spLocks/>
          </p:cNvSpPr>
          <p:nvPr userDrawn="1"/>
        </p:nvSpPr>
        <p:spPr>
          <a:xfrm>
            <a:off x="7655719" y="-1175544"/>
            <a:ext cx="671513" cy="150019"/>
          </a:xfrm>
          <a:prstGeom prst="rect">
            <a:avLst/>
          </a:prstGeom>
        </p:spPr>
        <p:txBody>
          <a:bodyPr/>
          <a:lstStyle>
            <a:lvl1pPr marL="1905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  <a:lvl2pPr marL="8001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2pPr>
            <a:lvl3pPr marL="14097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3pPr>
            <a:lvl4pPr marL="20193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4pPr>
            <a:lvl5pPr marL="26289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5pPr>
            <a:lvl6pPr marL="32385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38481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44577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50673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kern="0"/>
              <a:t>username</a:t>
            </a:r>
          </a:p>
        </p:txBody>
      </p:sp>
      <p:pic>
        <p:nvPicPr>
          <p:cNvPr id="36" name="Image" descr="Image">
            <a:extLst>
              <a:ext uri="{FF2B5EF4-FFF2-40B4-BE49-F238E27FC236}">
                <a16:creationId xmlns:a16="http://schemas.microsoft.com/office/drawing/2014/main" id="{5E774776-DC77-9940-D681-910A14F1C5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7370763" y="-940594"/>
            <a:ext cx="2342357" cy="2928938"/>
          </a:xfrm>
          <a:prstGeom prst="rect">
            <a:avLst/>
          </a:prstGeom>
        </p:spPr>
      </p:pic>
      <p:sp>
        <p:nvSpPr>
          <p:cNvPr id="39" name="Picture Placeholder 47">
            <a:extLst>
              <a:ext uri="{FF2B5EF4-FFF2-40B4-BE49-F238E27FC236}">
                <a16:creationId xmlns:a16="http://schemas.microsoft.com/office/drawing/2014/main" id="{B4592CCC-E912-706A-7D7C-918B12D7DCF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369969" y="-940594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4B00D08A-3121-C852-9E46-279260CD02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154664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8882B02F-9E4B-13A8-FAAA-451737C2D34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09100" y="157995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AF74DB-4ACD-9228-588B-1579B890E89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BA5F347-68B0-C96A-9E9F-020D431E878C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13223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B9AD7950-7848-217F-3790-C5575709D8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613557" y="938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71DEA271-3162-7F51-12BD-448C5ED669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4613557" y="6343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7962B75F-640C-3D52-2DFA-62C0256730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6237288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80C1E0E-0548-7FAD-3FA8-BD0246409B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491038" y="-4556919"/>
            <a:ext cx="2584450" cy="5295107"/>
            <a:chOff x="0" y="0"/>
            <a:chExt cx="5168791" cy="10590014"/>
          </a:xfrm>
        </p:grpSpPr>
        <p:pic>
          <p:nvPicPr>
            <p:cNvPr id="10" name="IG_POST.png" descr="IG_POST.png">
              <a:extLst>
                <a:ext uri="{FF2B5EF4-FFF2-40B4-BE49-F238E27FC236}">
                  <a16:creationId xmlns:a16="http://schemas.microsoft.com/office/drawing/2014/main" id="{F3B2DA8F-132D-58A5-BFB9-620D1ECE5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11"/>
            <a:stretch>
              <a:fillRect/>
            </a:stretch>
          </p:blipFill>
          <p:spPr>
            <a:xfrm>
              <a:off x="244931" y="212104"/>
              <a:ext cx="4692249" cy="10165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1047" y="0"/>
                  </a:moveTo>
                  <a:cubicBezTo>
                    <a:pt x="1015" y="4"/>
                    <a:pt x="978" y="7"/>
                    <a:pt x="950" y="13"/>
                  </a:cubicBezTo>
                  <a:cubicBezTo>
                    <a:pt x="536" y="82"/>
                    <a:pt x="209" y="233"/>
                    <a:pt x="58" y="424"/>
                  </a:cubicBezTo>
                  <a:cubicBezTo>
                    <a:pt x="33" y="452"/>
                    <a:pt x="16" y="485"/>
                    <a:pt x="0" y="519"/>
                  </a:cubicBezTo>
                  <a:lnTo>
                    <a:pt x="0" y="21081"/>
                  </a:lnTo>
                  <a:cubicBezTo>
                    <a:pt x="16" y="21116"/>
                    <a:pt x="33" y="21149"/>
                    <a:pt x="58" y="21177"/>
                  </a:cubicBezTo>
                  <a:cubicBezTo>
                    <a:pt x="209" y="21368"/>
                    <a:pt x="536" y="21519"/>
                    <a:pt x="950" y="21588"/>
                  </a:cubicBezTo>
                  <a:cubicBezTo>
                    <a:pt x="976" y="21593"/>
                    <a:pt x="1011" y="21596"/>
                    <a:pt x="1039" y="21600"/>
                  </a:cubicBezTo>
                  <a:lnTo>
                    <a:pt x="20499" y="21600"/>
                  </a:lnTo>
                  <a:cubicBezTo>
                    <a:pt x="20528" y="21596"/>
                    <a:pt x="20562" y="21593"/>
                    <a:pt x="20588" y="21588"/>
                  </a:cubicBezTo>
                  <a:cubicBezTo>
                    <a:pt x="21003" y="21519"/>
                    <a:pt x="21329" y="21368"/>
                    <a:pt x="21480" y="21177"/>
                  </a:cubicBezTo>
                  <a:cubicBezTo>
                    <a:pt x="21600" y="21044"/>
                    <a:pt x="21599" y="20845"/>
                    <a:pt x="21599" y="20513"/>
                  </a:cubicBezTo>
                  <a:lnTo>
                    <a:pt x="21599" y="1088"/>
                  </a:lnTo>
                  <a:cubicBezTo>
                    <a:pt x="21599" y="756"/>
                    <a:pt x="21600" y="557"/>
                    <a:pt x="21480" y="424"/>
                  </a:cubicBezTo>
                  <a:cubicBezTo>
                    <a:pt x="21329" y="233"/>
                    <a:pt x="21003" y="82"/>
                    <a:pt x="20588" y="13"/>
                  </a:cubicBezTo>
                  <a:cubicBezTo>
                    <a:pt x="20560" y="7"/>
                    <a:pt x="20523" y="4"/>
                    <a:pt x="20492" y="0"/>
                  </a:cubicBezTo>
                  <a:lnTo>
                    <a:pt x="104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4D4F948D-FB49-6AA6-2409-6843EB46FC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168792" cy="10590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pic>
        <p:nvPicPr>
          <p:cNvPr id="12" name="IG_POST.png" descr="IG_POST.png">
            <a:extLst>
              <a:ext uri="{FF2B5EF4-FFF2-40B4-BE49-F238E27FC236}">
                <a16:creationId xmlns:a16="http://schemas.microsoft.com/office/drawing/2014/main" id="{DB24B3EA-F767-5B78-409C-7B4576139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938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" name="IG_POST.png" descr="IG_POST.png">
            <a:extLst>
              <a:ext uri="{FF2B5EF4-FFF2-40B4-BE49-F238E27FC236}">
                <a16:creationId xmlns:a16="http://schemas.microsoft.com/office/drawing/2014/main" id="{2F75F54A-C846-2AD4-8E03-A10EB2EBF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-446245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D4EC8B7F-5C9B-8F51-E0AD-DF1C8105B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-4568825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IG_POST.png" descr="IG_POST.png">
            <a:extLst>
              <a:ext uri="{FF2B5EF4-FFF2-40B4-BE49-F238E27FC236}">
                <a16:creationId xmlns:a16="http://schemas.microsoft.com/office/drawing/2014/main" id="{B3CECC8D-75CF-029B-AA13-1E6D46AC40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10130732" y="6343615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8D06EDA4-3FB6-D31F-289D-849A2E2E7C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6237288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7" name="IG_POST.png" descr="IG_POST.png">
            <a:extLst>
              <a:ext uri="{FF2B5EF4-FFF2-40B4-BE49-F238E27FC236}">
                <a16:creationId xmlns:a16="http://schemas.microsoft.com/office/drawing/2014/main" id="{1906F86A-2458-698D-AAA7-364E3B627A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372144" y="-1814952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" name="IG_POST.png" descr="IG_POST.png">
            <a:extLst>
              <a:ext uri="{FF2B5EF4-FFF2-40B4-BE49-F238E27FC236}">
                <a16:creationId xmlns:a16="http://schemas.microsoft.com/office/drawing/2014/main" id="{4E6701F8-0A60-F120-5EFA-A9F882204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372144" y="35900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50B8364C-80A4-8DF8-97A9-B37AD58BD1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426131" y="-1203670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31" name="PlaceholderImage.png" descr="PlaceholderImage.png">
            <a:extLst>
              <a:ext uri="{FF2B5EF4-FFF2-40B4-BE49-F238E27FC236}">
                <a16:creationId xmlns:a16="http://schemas.microsoft.com/office/drawing/2014/main" id="{CDC3458E-1764-EABC-E73C-00709D3C60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-385662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" name="username">
            <a:extLst>
              <a:ext uri="{FF2B5EF4-FFF2-40B4-BE49-F238E27FC236}">
                <a16:creationId xmlns:a16="http://schemas.microsoft.com/office/drawing/2014/main" id="{39C9B5AB-A833-C5A1-B343-1B887E7AB963}"/>
              </a:ext>
            </a:extLst>
          </p:cNvPr>
          <p:cNvSpPr txBox="1"/>
          <p:nvPr userDrawn="1"/>
        </p:nvSpPr>
        <p:spPr>
          <a:xfrm>
            <a:off x="4897438" y="-3829702"/>
            <a:ext cx="670719" cy="151323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 algn="l" defTabSz="2438338">
              <a:lnSpc>
                <a:spcPct val="100000"/>
              </a:lnSpc>
              <a:defRPr sz="1300" spc="39">
                <a:solidFill>
                  <a:srgbClr val="000000"/>
                </a:solidFill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650" kern="0">
                <a:latin typeface="+mn-lt"/>
                <a:ea typeface="+mn-ea"/>
                <a:cs typeface="+mn-cs"/>
              </a:rPr>
              <a:t>username</a:t>
            </a:r>
          </a:p>
        </p:txBody>
      </p:sp>
      <p:pic>
        <p:nvPicPr>
          <p:cNvPr id="33" name="PlaceholderImage.png" descr="PlaceholderImage.png">
            <a:extLst>
              <a:ext uri="{FF2B5EF4-FFF2-40B4-BE49-F238E27FC236}">
                <a16:creationId xmlns:a16="http://schemas.microsoft.com/office/drawing/2014/main" id="{8F925745-2F44-2685-04BC-0A0ACDF7B4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-385662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" name="username">
            <a:extLst>
              <a:ext uri="{FF2B5EF4-FFF2-40B4-BE49-F238E27FC236}">
                <a16:creationId xmlns:a16="http://schemas.microsoft.com/office/drawing/2014/main" id="{AFA09F43-EBC8-1AB4-C154-FE1DBB4F044B}"/>
              </a:ext>
            </a:extLst>
          </p:cNvPr>
          <p:cNvSpPr txBox="1"/>
          <p:nvPr userDrawn="1"/>
        </p:nvSpPr>
        <p:spPr>
          <a:xfrm>
            <a:off x="10414794" y="-3829702"/>
            <a:ext cx="670719" cy="151323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 algn="l" defTabSz="2438338">
              <a:lnSpc>
                <a:spcPct val="100000"/>
              </a:lnSpc>
              <a:defRPr sz="1300" spc="39">
                <a:solidFill>
                  <a:srgbClr val="000000"/>
                </a:solidFill>
              </a:defRPr>
            </a:lvl1pPr>
          </a:lstStyle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650" kern="0">
                <a:latin typeface="+mn-lt"/>
                <a:ea typeface="+mn-ea"/>
                <a:cs typeface="+mn-cs"/>
              </a:rPr>
              <a:t>username</a:t>
            </a:r>
          </a:p>
        </p:txBody>
      </p:sp>
      <p:pic>
        <p:nvPicPr>
          <p:cNvPr id="42" name="Image" descr="Image">
            <a:extLst>
              <a:ext uri="{FF2B5EF4-FFF2-40B4-BE49-F238E27FC236}">
                <a16:creationId xmlns:a16="http://schemas.microsoft.com/office/drawing/2014/main" id="{CDA3E7B5-DB97-0A6E-7372-ADCE4EDA31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8326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3" name="Image" descr="Image">
            <a:extLst>
              <a:ext uri="{FF2B5EF4-FFF2-40B4-BE49-F238E27FC236}">
                <a16:creationId xmlns:a16="http://schemas.microsoft.com/office/drawing/2014/main" id="{BA52B0BF-2C78-438D-23A2-23C364A244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19" y="3483769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4" name="Image" descr="Image">
            <a:extLst>
              <a:ext uri="{FF2B5EF4-FFF2-40B4-BE49-F238E27FC236}">
                <a16:creationId xmlns:a16="http://schemas.microsoft.com/office/drawing/2014/main" id="{BA30B934-614A-A28B-B5CA-85450E1491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19" y="-1920875"/>
            <a:ext cx="2584450" cy="529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5" name="Image" descr="Image">
            <a:extLst>
              <a:ext uri="{FF2B5EF4-FFF2-40B4-BE49-F238E27FC236}">
                <a16:creationId xmlns:a16="http://schemas.microsoft.com/office/drawing/2014/main" id="{AB987871-7667-4F7E-8E30-F527933E1F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394" y="832644"/>
            <a:ext cx="2584450" cy="5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59B94FD1-6AC5-5F7A-1EC2-5452C6BA0C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154664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27" name="Image" descr="Image">
            <a:extLst>
              <a:ext uri="{FF2B5EF4-FFF2-40B4-BE49-F238E27FC236}">
                <a16:creationId xmlns:a16="http://schemas.microsoft.com/office/drawing/2014/main" id="{0C743752-1232-4A83-3F7B-019B60B775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4667509" y="694991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783036CF-FB73-6DED-DD30-DB3DFD68B9E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90950" y="1579959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EE2679F7-4E6E-CA3E-7DA4-FD1EF4EEF9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90950" y="6983228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51" name="Title 11">
            <a:extLst>
              <a:ext uri="{FF2B5EF4-FFF2-40B4-BE49-F238E27FC236}">
                <a16:creationId xmlns:a16="http://schemas.microsoft.com/office/drawing/2014/main" id="{FEB9B481-D759-F994-3CEA-A82280CA1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AD123F2-32D9-5BEB-3244-1D3BF63D1C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6" name="username">
            <a:extLst>
              <a:ext uri="{FF2B5EF4-FFF2-40B4-BE49-F238E27FC236}">
                <a16:creationId xmlns:a16="http://schemas.microsoft.com/office/drawing/2014/main" id="{AB671067-50AA-A507-031C-82D6FEFC93A9}"/>
              </a:ext>
            </a:extLst>
          </p:cNvPr>
          <p:cNvSpPr txBox="1">
            <a:spLocks/>
          </p:cNvSpPr>
          <p:nvPr userDrawn="1"/>
        </p:nvSpPr>
        <p:spPr>
          <a:xfrm>
            <a:off x="7655719" y="-1175544"/>
            <a:ext cx="671513" cy="150019"/>
          </a:xfrm>
          <a:prstGeom prst="rect">
            <a:avLst/>
          </a:prstGeom>
        </p:spPr>
        <p:txBody>
          <a:bodyPr/>
          <a:lstStyle>
            <a:lvl1pPr marL="1905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  <a:lvl2pPr marL="8001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2pPr>
            <a:lvl3pPr marL="14097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3pPr>
            <a:lvl4pPr marL="20193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4pPr>
            <a:lvl5pPr marL="2628900" indent="-190500" algn="ctr" defTabSz="18288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lvl5pPr>
            <a:lvl6pPr marL="32385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38481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44577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5067300" marR="0" indent="-190500" algn="ctr" defTabSz="18288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1500" b="0" i="0" u="none" strike="noStrike" cap="none" spc="0" baseline="0">
                <a:solidFill>
                  <a:srgbClr val="000000">
                    <a:alpha val="50000"/>
                  </a:srgbClr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kern="0"/>
              <a:t>username</a:t>
            </a:r>
          </a:p>
        </p:txBody>
      </p:sp>
      <p:pic>
        <p:nvPicPr>
          <p:cNvPr id="36" name="Image" descr="Image">
            <a:extLst>
              <a:ext uri="{FF2B5EF4-FFF2-40B4-BE49-F238E27FC236}">
                <a16:creationId xmlns:a16="http://schemas.microsoft.com/office/drawing/2014/main" id="{5E774776-DC77-9940-D681-910A14F1C5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7370763" y="-940594"/>
            <a:ext cx="2342357" cy="2928938"/>
          </a:xfrm>
          <a:prstGeom prst="rect">
            <a:avLst/>
          </a:prstGeom>
        </p:spPr>
      </p:pic>
      <p:sp>
        <p:nvSpPr>
          <p:cNvPr id="39" name="Picture Placeholder 47">
            <a:extLst>
              <a:ext uri="{FF2B5EF4-FFF2-40B4-BE49-F238E27FC236}">
                <a16:creationId xmlns:a16="http://schemas.microsoft.com/office/drawing/2014/main" id="{B4592CCC-E912-706A-7D7C-918B12D7DCF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369969" y="-940594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4B00D08A-3121-C852-9E46-279260CD02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154664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8882B02F-9E4B-13A8-FAAA-451737C2D34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09100" y="1579959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5" name="Image" descr="Image">
            <a:extLst>
              <a:ext uri="{FF2B5EF4-FFF2-40B4-BE49-F238E27FC236}">
                <a16:creationId xmlns:a16="http://schemas.microsoft.com/office/drawing/2014/main" id="{B6BED327-ABFA-2DCF-70B0-ED0B7A347C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10129044" y="1818482"/>
            <a:ext cx="2343150" cy="2928938"/>
          </a:xfrm>
          <a:prstGeom prst="rect">
            <a:avLst/>
          </a:prstGeom>
        </p:spPr>
      </p:pic>
      <p:sp>
        <p:nvSpPr>
          <p:cNvPr id="41" name="Picture Placeholder 49">
            <a:extLst>
              <a:ext uri="{FF2B5EF4-FFF2-40B4-BE49-F238E27FC236}">
                <a16:creationId xmlns:a16="http://schemas.microsoft.com/office/drawing/2014/main" id="{98DC1323-2469-31B3-80D4-3FA785CD8C5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0129044" y="1818482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Picture Placeholder 46">
            <a:extLst>
              <a:ext uri="{FF2B5EF4-FFF2-40B4-BE49-F238E27FC236}">
                <a16:creationId xmlns:a16="http://schemas.microsoft.com/office/drawing/2014/main" id="{BAA076B5-F133-0C54-BEAA-54E1BA8A6D4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11688" y="1818482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37" name="Image" descr="Image">
            <a:extLst>
              <a:ext uri="{FF2B5EF4-FFF2-40B4-BE49-F238E27FC236}">
                <a16:creationId xmlns:a16="http://schemas.microsoft.com/office/drawing/2014/main" id="{576A65D1-E714-A90F-B0BF-CD56AE92A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2" t="1366" r="11092" b="1366"/>
          <a:stretch>
            <a:fillRect/>
          </a:stretch>
        </p:blipFill>
        <p:spPr>
          <a:xfrm>
            <a:off x="7370763" y="4482307"/>
            <a:ext cx="2342357" cy="2928144"/>
          </a:xfrm>
          <a:prstGeom prst="rect">
            <a:avLst/>
          </a:prstGeom>
        </p:spPr>
      </p:pic>
      <p:sp>
        <p:nvSpPr>
          <p:cNvPr id="40" name="Picture Placeholder 48">
            <a:extLst>
              <a:ext uri="{FF2B5EF4-FFF2-40B4-BE49-F238E27FC236}">
                <a16:creationId xmlns:a16="http://schemas.microsoft.com/office/drawing/2014/main" id="{1ADA5856-070D-DC6E-1D75-B331D51EC32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369969" y="4481513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D2F235F1-E990-3FE8-2357-A3DD3D64CA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425745" y="4197902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29" name="Image" descr="Image">
            <a:extLst>
              <a:ext uri="{FF2B5EF4-FFF2-40B4-BE49-F238E27FC236}">
                <a16:creationId xmlns:a16="http://schemas.microsoft.com/office/drawing/2014/main" id="{31053DB3-56F2-BF4A-BC0C-D10C99BE86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10184719" y="6949917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D0860655-4E4B-36A7-B42E-E45C9B643CF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47247" y="4231214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023FAC0B-7D6F-8B9C-98C4-15B8E5E5364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409100" y="6983228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FD1C3C1-B2CD-D1C0-E8B9-7A9C38209E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78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7">
            <a:extLst>
              <a:ext uri="{FF2B5EF4-FFF2-40B4-BE49-F238E27FC236}">
                <a16:creationId xmlns:a16="http://schemas.microsoft.com/office/drawing/2014/main" id="{0865B473-453F-E3C3-1E15-6145ED0CDE5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68179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57C9E09F-1C03-5F66-1E30-96885FFC21E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725260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2CD7B7BC-01DD-BF17-60B7-5EC8BBF5023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082275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02E922A4-5162-04F7-2BB9-63282DD2C4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439358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31">
            <a:extLst>
              <a:ext uri="{FF2B5EF4-FFF2-40B4-BE49-F238E27FC236}">
                <a16:creationId xmlns:a16="http://schemas.microsoft.com/office/drawing/2014/main" id="{52C017B1-B2D5-ADD1-3EF1-AA4B88A94D9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96439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EF1C11BF-FA83-8075-976A-D7B34E0823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004888"/>
            <a:ext cx="2227263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7E9F3D74-0498-4AEB-76FC-2EA64B31B5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807" y="1004888"/>
            <a:ext cx="2226469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20A9ED4C-E51A-3323-019C-76E2D49B49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369" y="1004888"/>
            <a:ext cx="2227263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6D2F5D1B-0893-E42B-7700-09073E6330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1004888"/>
            <a:ext cx="2226469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BA239B0D-BCCF-39E4-B8D0-0F05E3AC7D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50" y="1004888"/>
            <a:ext cx="2227263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3D4F70A3-59B4-54D7-4A5F-8DBC12AF44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311" t="46815" r="47975" b="48472"/>
          <a:stretch>
            <a:fillRect/>
          </a:stretch>
        </p:blipFill>
        <p:spPr>
          <a:xfrm>
            <a:off x="5158074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7E30D37C-E457-5D43-D315-B85A1DDB69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5118894" y="1173957"/>
            <a:ext cx="1954213" cy="273844"/>
          </a:xfrm>
          <a:prstGeom prst="rect">
            <a:avLst/>
          </a:prstGeom>
        </p:spPr>
      </p:pic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AF8E4F78-58FB-9C23-6FF5-D6A710900B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6670" t="46683" r="48615" b="48604"/>
          <a:stretch>
            <a:fillRect/>
          </a:stretch>
        </p:blipFill>
        <p:spPr>
          <a:xfrm>
            <a:off x="7515157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73B96E1F-DC86-8CCB-2A40-17073529B9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7476332" y="1173957"/>
            <a:ext cx="1953419" cy="273844"/>
          </a:xfrm>
          <a:prstGeom prst="rect">
            <a:avLst/>
          </a:prstGeom>
        </p:spPr>
      </p:pic>
      <p:pic>
        <p:nvPicPr>
          <p:cNvPr id="20" name="Image" descr="Image">
            <a:extLst>
              <a:ext uri="{FF2B5EF4-FFF2-40B4-BE49-F238E27FC236}">
                <a16:creationId xmlns:a16="http://schemas.microsoft.com/office/drawing/2014/main" id="{D7423D30-D25B-6A22-0A66-D989ED2C7D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555" t="46978" r="47730" b="48309"/>
          <a:stretch>
            <a:fillRect/>
          </a:stretch>
        </p:blipFill>
        <p:spPr>
          <a:xfrm>
            <a:off x="9872239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ABFE5564-4FF1-F6D9-DF3D-84D22E40DA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9832975" y="1173957"/>
            <a:ext cx="1954213" cy="273844"/>
          </a:xfrm>
          <a:prstGeom prst="rect">
            <a:avLst/>
          </a:prstGeom>
        </p:spPr>
      </p:pic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37B24462-C3E3-F05F-5339-8C932050DD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6753" t="47575" r="48533" b="47712"/>
          <a:stretch>
            <a:fillRect/>
          </a:stretch>
        </p:blipFill>
        <p:spPr>
          <a:xfrm>
            <a:off x="2800992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606F516F-B271-AF20-9163-C840066EB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2762250" y="1173957"/>
            <a:ext cx="1953419" cy="273844"/>
          </a:xfrm>
          <a:prstGeom prst="rect">
            <a:avLst/>
          </a:prstGeom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0E534CA6-E480-1A48-CA6E-86C49CE68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348" t="46331" r="47938" b="48956"/>
          <a:stretch>
            <a:fillRect/>
          </a:stretch>
        </p:blipFill>
        <p:spPr>
          <a:xfrm>
            <a:off x="443896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5F98B9A5-2286-C38F-D0EB-A333FDDD59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404813" y="1173957"/>
            <a:ext cx="1954213" cy="273844"/>
          </a:xfrm>
          <a:prstGeom prst="rect">
            <a:avLst/>
          </a:prstGeom>
        </p:spPr>
      </p:pic>
      <p:sp>
        <p:nvSpPr>
          <p:cNvPr id="26" name="Title 11">
            <a:extLst>
              <a:ext uri="{FF2B5EF4-FFF2-40B4-BE49-F238E27FC236}">
                <a16:creationId xmlns:a16="http://schemas.microsoft.com/office/drawing/2014/main" id="{BAB6CB19-9265-4F57-C716-FFB84EC72B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142" y="378859"/>
            <a:ext cx="5097131" cy="615950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stories Title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BDFFA25-288A-4792-07AB-6A64B262D73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85750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185EA151-4CB3-A40E-EB67-B26785319F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42394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A0A298A3-EBDD-A66C-9EE6-F83637EF7C3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9038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0" name="Text Placeholder 54">
            <a:extLst>
              <a:ext uri="{FF2B5EF4-FFF2-40B4-BE49-F238E27FC236}">
                <a16:creationId xmlns:a16="http://schemas.microsoft.com/office/drawing/2014/main" id="{D0E505B5-FF56-F9FF-5D73-03F9A727057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56475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EE803B5D-437C-F4BF-A14B-7A404D893A2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13913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3D93FB6C-B198-E1F8-8540-2097E53AA5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5529" y="1505383"/>
            <a:ext cx="1531247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967DE54A-E068-35E4-7C09-1569E79D78E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62625" y="1505383"/>
            <a:ext cx="1531247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9CAE96E7-F326-6485-0BFB-166BA7A9FD6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19707" y="1505383"/>
            <a:ext cx="1531247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DF0EE7C4-6E73-7F1A-2ED7-F0199D3566F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76789" y="1505383"/>
            <a:ext cx="1531247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F1C1F0D-EB1F-AA98-C840-5362D0CC92A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033872" y="1505383"/>
            <a:ext cx="1531247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157DAC-6109-A84E-CEB6-175D70EDBC0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AA88FC7F-251A-B534-C58C-442555807B36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9732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7">
            <a:extLst>
              <a:ext uri="{FF2B5EF4-FFF2-40B4-BE49-F238E27FC236}">
                <a16:creationId xmlns:a16="http://schemas.microsoft.com/office/drawing/2014/main" id="{0865B473-453F-E3C3-1E15-6145ED0CDE5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68179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57C9E09F-1C03-5F66-1E30-96885FFC21E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725260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2CD7B7BC-01DD-BF17-60B7-5EC8BBF5023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082275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02E922A4-5162-04F7-2BB9-63282DD2C40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439358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31">
            <a:extLst>
              <a:ext uri="{FF2B5EF4-FFF2-40B4-BE49-F238E27FC236}">
                <a16:creationId xmlns:a16="http://schemas.microsoft.com/office/drawing/2014/main" id="{52C017B1-B2D5-ADD1-3EF1-AA4B88A94D9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96439" y="1087189"/>
            <a:ext cx="2027437" cy="4397319"/>
          </a:xfrm>
          <a:custGeom>
            <a:avLst/>
            <a:gdLst>
              <a:gd name="connsiteX0" fmla="*/ 458426 w 4054873"/>
              <a:gd name="connsiteY0" fmla="*/ 0 h 8794638"/>
              <a:gd name="connsiteX1" fmla="*/ 3596447 w 4054873"/>
              <a:gd name="connsiteY1" fmla="*/ 0 h 8794638"/>
              <a:gd name="connsiteX2" fmla="*/ 3865646 w 4054873"/>
              <a:gd name="connsiteY2" fmla="*/ 22801 h 8794638"/>
              <a:gd name="connsiteX3" fmla="*/ 4032158 w 4054873"/>
              <a:gd name="connsiteY3" fmla="*/ 189329 h 8794638"/>
              <a:gd name="connsiteX4" fmla="*/ 4054873 w 4054873"/>
              <a:gd name="connsiteY4" fmla="*/ 458461 h 8794638"/>
              <a:gd name="connsiteX5" fmla="*/ 4054873 w 4054873"/>
              <a:gd name="connsiteY5" fmla="*/ 8336177 h 8794638"/>
              <a:gd name="connsiteX6" fmla="*/ 4032158 w 4054873"/>
              <a:gd name="connsiteY6" fmla="*/ 8604902 h 8794638"/>
              <a:gd name="connsiteX7" fmla="*/ 3865646 w 4054873"/>
              <a:gd name="connsiteY7" fmla="*/ 8771837 h 8794638"/>
              <a:gd name="connsiteX8" fmla="*/ 3596447 w 4054873"/>
              <a:gd name="connsiteY8" fmla="*/ 8794638 h 8794638"/>
              <a:gd name="connsiteX9" fmla="*/ 458426 w 4054873"/>
              <a:gd name="connsiteY9" fmla="*/ 8794638 h 8794638"/>
              <a:gd name="connsiteX10" fmla="*/ 189228 w 4054873"/>
              <a:gd name="connsiteY10" fmla="*/ 8771837 h 8794638"/>
              <a:gd name="connsiteX11" fmla="*/ 22715 w 4054873"/>
              <a:gd name="connsiteY11" fmla="*/ 8604902 h 8794638"/>
              <a:gd name="connsiteX12" fmla="*/ 0 w 4054873"/>
              <a:gd name="connsiteY12" fmla="*/ 8336177 h 8794638"/>
              <a:gd name="connsiteX13" fmla="*/ 0 w 4054873"/>
              <a:gd name="connsiteY13" fmla="*/ 458461 h 8794638"/>
              <a:gd name="connsiteX14" fmla="*/ 22715 w 4054873"/>
              <a:gd name="connsiteY14" fmla="*/ 189329 h 8794638"/>
              <a:gd name="connsiteX15" fmla="*/ 189228 w 4054873"/>
              <a:gd name="connsiteY15" fmla="*/ 22801 h 8794638"/>
              <a:gd name="connsiteX16" fmla="*/ 458426 w 4054873"/>
              <a:gd name="connsiteY16" fmla="*/ 0 h 879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4873" h="8794638">
                <a:moveTo>
                  <a:pt x="458426" y="0"/>
                </a:moveTo>
                <a:lnTo>
                  <a:pt x="3596447" y="0"/>
                </a:lnTo>
                <a:cubicBezTo>
                  <a:pt x="3731046" y="0"/>
                  <a:pt x="3811768" y="0"/>
                  <a:pt x="3865646" y="22801"/>
                </a:cubicBezTo>
                <a:cubicBezTo>
                  <a:pt x="3943176" y="50895"/>
                  <a:pt x="4003999" y="111562"/>
                  <a:pt x="4032158" y="189329"/>
                </a:cubicBezTo>
                <a:cubicBezTo>
                  <a:pt x="4054685" y="243074"/>
                  <a:pt x="4054873" y="323692"/>
                  <a:pt x="4054873" y="458461"/>
                </a:cubicBezTo>
                <a:lnTo>
                  <a:pt x="4054873" y="8336177"/>
                </a:lnTo>
                <a:cubicBezTo>
                  <a:pt x="4054873" y="8470946"/>
                  <a:pt x="4054685" y="8551157"/>
                  <a:pt x="4032158" y="8604902"/>
                </a:cubicBezTo>
                <a:cubicBezTo>
                  <a:pt x="4003999" y="8682669"/>
                  <a:pt x="3943176" y="8743743"/>
                  <a:pt x="3865646" y="8771837"/>
                </a:cubicBezTo>
                <a:cubicBezTo>
                  <a:pt x="3811768" y="8794638"/>
                  <a:pt x="3731046" y="8794638"/>
                  <a:pt x="3596447" y="8794638"/>
                </a:cubicBezTo>
                <a:lnTo>
                  <a:pt x="458426" y="8794638"/>
                </a:lnTo>
                <a:cubicBezTo>
                  <a:pt x="323827" y="8794638"/>
                  <a:pt x="243105" y="8794638"/>
                  <a:pt x="189228" y="8771837"/>
                </a:cubicBezTo>
                <a:cubicBezTo>
                  <a:pt x="111697" y="8743743"/>
                  <a:pt x="50874" y="8682669"/>
                  <a:pt x="22715" y="8604902"/>
                </a:cubicBezTo>
                <a:cubicBezTo>
                  <a:pt x="188" y="8551157"/>
                  <a:pt x="0" y="8470946"/>
                  <a:pt x="0" y="8336177"/>
                </a:cubicBezTo>
                <a:lnTo>
                  <a:pt x="0" y="458461"/>
                </a:lnTo>
                <a:cubicBezTo>
                  <a:pt x="0" y="323692"/>
                  <a:pt x="188" y="243074"/>
                  <a:pt x="22715" y="189329"/>
                </a:cubicBezTo>
                <a:cubicBezTo>
                  <a:pt x="50874" y="111562"/>
                  <a:pt x="111697" y="50895"/>
                  <a:pt x="189228" y="22801"/>
                </a:cubicBezTo>
                <a:cubicBezTo>
                  <a:pt x="243105" y="0"/>
                  <a:pt x="323827" y="0"/>
                  <a:pt x="458426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3D4F70A3-59B4-54D7-4A5F-8DBC12AF44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311" t="46815" r="47975" b="48472"/>
          <a:stretch>
            <a:fillRect/>
          </a:stretch>
        </p:blipFill>
        <p:spPr>
          <a:xfrm>
            <a:off x="5158074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7E30D37C-E457-5D43-D315-B85A1DDB69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5118894" y="1173957"/>
            <a:ext cx="1954213" cy="273844"/>
          </a:xfrm>
          <a:prstGeom prst="rect">
            <a:avLst/>
          </a:prstGeom>
        </p:spPr>
      </p:pic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AF8E4F78-58FB-9C23-6FF5-D6A710900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670" t="46683" r="48615" b="48604"/>
          <a:stretch>
            <a:fillRect/>
          </a:stretch>
        </p:blipFill>
        <p:spPr>
          <a:xfrm>
            <a:off x="7515157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73B96E1F-DC86-8CCB-2A40-17073529B9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7476332" y="1173957"/>
            <a:ext cx="1953419" cy="273844"/>
          </a:xfrm>
          <a:prstGeom prst="rect">
            <a:avLst/>
          </a:prstGeom>
        </p:spPr>
      </p:pic>
      <p:pic>
        <p:nvPicPr>
          <p:cNvPr id="20" name="Image" descr="Image">
            <a:extLst>
              <a:ext uri="{FF2B5EF4-FFF2-40B4-BE49-F238E27FC236}">
                <a16:creationId xmlns:a16="http://schemas.microsoft.com/office/drawing/2014/main" id="{D7423D30-D25B-6A22-0A66-D989ED2C7D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555" t="46978" r="47730" b="48309"/>
          <a:stretch>
            <a:fillRect/>
          </a:stretch>
        </p:blipFill>
        <p:spPr>
          <a:xfrm>
            <a:off x="9872239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ABFE5564-4FF1-F6D9-DF3D-84D22E40DA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9832975" y="1173957"/>
            <a:ext cx="1954213" cy="273844"/>
          </a:xfrm>
          <a:prstGeom prst="rect">
            <a:avLst/>
          </a:prstGeom>
        </p:spPr>
      </p:pic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37B24462-C3E3-F05F-5339-8C932050D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753" t="47575" r="48533" b="47712"/>
          <a:stretch>
            <a:fillRect/>
          </a:stretch>
        </p:blipFill>
        <p:spPr>
          <a:xfrm>
            <a:off x="2800992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606F516F-B271-AF20-9163-C840066EB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2762250" y="1173957"/>
            <a:ext cx="1953419" cy="273844"/>
          </a:xfrm>
          <a:prstGeom prst="rect">
            <a:avLst/>
          </a:prstGeom>
        </p:spPr>
      </p:pic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0E534CA6-E480-1A48-CA6E-86C49CE68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348" t="46331" r="47938" b="48956"/>
          <a:stretch>
            <a:fillRect/>
          </a:stretch>
        </p:blipFill>
        <p:spPr>
          <a:xfrm>
            <a:off x="443896" y="1494072"/>
            <a:ext cx="161633" cy="161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2" y="0"/>
                  <a:pt x="4803" y="999"/>
                  <a:pt x="2882" y="3010"/>
                </a:cubicBezTo>
                <a:cubicBezTo>
                  <a:pt x="-960" y="7032"/>
                  <a:pt x="-960" y="13556"/>
                  <a:pt x="2882" y="17578"/>
                </a:cubicBezTo>
                <a:cubicBezTo>
                  <a:pt x="6724" y="21600"/>
                  <a:pt x="12956" y="21600"/>
                  <a:pt x="16798" y="17578"/>
                </a:cubicBezTo>
                <a:cubicBezTo>
                  <a:pt x="20640" y="13556"/>
                  <a:pt x="20640" y="7032"/>
                  <a:pt x="16798" y="3010"/>
                </a:cubicBezTo>
                <a:cubicBezTo>
                  <a:pt x="14877" y="999"/>
                  <a:pt x="12358" y="0"/>
                  <a:pt x="9840" y="0"/>
                </a:cubicBezTo>
                <a:close/>
              </a:path>
            </a:pathLst>
          </a:custGeom>
        </p:spPr>
      </p:pic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5F98B9A5-2286-C38F-D0EB-A333FDDD59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>
          <a:xfrm>
            <a:off x="404813" y="1173957"/>
            <a:ext cx="1954213" cy="273844"/>
          </a:xfrm>
          <a:prstGeom prst="rect">
            <a:avLst/>
          </a:prstGeom>
        </p:spPr>
      </p:pic>
      <p:sp>
        <p:nvSpPr>
          <p:cNvPr id="26" name="Title 11">
            <a:extLst>
              <a:ext uri="{FF2B5EF4-FFF2-40B4-BE49-F238E27FC236}">
                <a16:creationId xmlns:a16="http://schemas.microsoft.com/office/drawing/2014/main" id="{BAB6CB19-9265-4F57-C716-FFB84EC72B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925" y="374650"/>
            <a:ext cx="5133973" cy="615950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stories Title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BDFFA25-288A-4792-07AB-6A64B262D73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85750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185EA151-4CB3-A40E-EB67-B26785319F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42394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A0A298A3-EBDD-A66C-9EE6-F83637EF7C3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9038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0" name="Text Placeholder 54">
            <a:extLst>
              <a:ext uri="{FF2B5EF4-FFF2-40B4-BE49-F238E27FC236}">
                <a16:creationId xmlns:a16="http://schemas.microsoft.com/office/drawing/2014/main" id="{D0E505B5-FF56-F9FF-5D73-03F9A727057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56475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EE803B5D-437C-F4BF-A14B-7A404D893A2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13913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3D93FB6C-B198-E1F8-8540-2097E53AA5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5529" y="1505383"/>
            <a:ext cx="1531247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967DE54A-E068-35E4-7C09-1569E79D78E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62625" y="1505383"/>
            <a:ext cx="1531247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9CAE96E7-F326-6485-0BFB-166BA7A9FD6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19707" y="1505383"/>
            <a:ext cx="1531247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DF0EE7C4-6E73-7F1A-2ED7-F0199D3566F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76789" y="1505383"/>
            <a:ext cx="1531247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F1C1F0D-EB1F-AA98-C840-5362D0CC92A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033872" y="1505383"/>
            <a:ext cx="1531247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CD27C920-519D-14D5-6B9D-4937BF2C9A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13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82153CBB-8719-ECF4-F798-70DCD18E6F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02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EDA897FD-F47D-24CA-44CB-A05986DECD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891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788A68A2-328F-1F8F-0721-4FA6B13D57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880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7" name="Picture 36" descr="Image">
            <a:extLst>
              <a:ext uri="{FF2B5EF4-FFF2-40B4-BE49-F238E27FC236}">
                <a16:creationId xmlns:a16="http://schemas.microsoft.com/office/drawing/2014/main" id="{736AA307-AEE3-A329-48A9-21E9927527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869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Picture 14" descr="A black and white logo&#10;&#10;AI-generated content may be incorrect.">
            <a:extLst>
              <a:ext uri="{FF2B5EF4-FFF2-40B4-BE49-F238E27FC236}">
                <a16:creationId xmlns:a16="http://schemas.microsoft.com/office/drawing/2014/main" id="{C0255B28-8B53-CD10-1C59-A2ACFF23B3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CF840EF0-D946-4E4B-BE76-0ECDED3F4C04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86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G_POST.png" descr="IG_POST.png">
            <a:extLst>
              <a:ext uri="{FF2B5EF4-FFF2-40B4-BE49-F238E27FC236}">
                <a16:creationId xmlns:a16="http://schemas.microsoft.com/office/drawing/2014/main" id="{F7BC0F42-85A5-7445-3D9C-6CEDDE1207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360280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17A6337B-E487-6615-7CF7-B7F5EE4153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1844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09E270B5-F685-683E-31C8-72825C3142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406213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DE8C22F-4B9B-B5DE-E9F9-EA9322C58EC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7879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18" name="IG_POST.png" descr="IG_POST.png">
            <a:extLst>
              <a:ext uri="{FF2B5EF4-FFF2-40B4-BE49-F238E27FC236}">
                <a16:creationId xmlns:a16="http://schemas.microsoft.com/office/drawing/2014/main" id="{87564746-C270-AB8E-9305-82ADED1769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2721269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FE8BAB62-5640-03F3-0157-43856BC825B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722833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ABDD0A6D-DFA9-C9EA-515F-7E6DF61449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2768413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39C24A4-FE03-B4D4-DA54-C66951F6CF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905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3" name="IG_POST.png" descr="IG_POST.png">
            <a:extLst>
              <a:ext uri="{FF2B5EF4-FFF2-40B4-BE49-F238E27FC236}">
                <a16:creationId xmlns:a16="http://schemas.microsoft.com/office/drawing/2014/main" id="{B9C5EF9B-6BD5-7690-5556-497D49E89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5082258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09223379-EEA7-803E-F44A-B5E859FF788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083822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26" name="Image" descr="Image">
            <a:extLst>
              <a:ext uri="{FF2B5EF4-FFF2-40B4-BE49-F238E27FC236}">
                <a16:creationId xmlns:a16="http://schemas.microsoft.com/office/drawing/2014/main" id="{9D4648D1-AB55-A7DE-C0F2-112EDCAFB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5129819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8BC07ED-3727-C489-947E-7FA5C682438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5910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8" name="IG_POST.png" descr="IG_POST.png">
            <a:extLst>
              <a:ext uri="{FF2B5EF4-FFF2-40B4-BE49-F238E27FC236}">
                <a16:creationId xmlns:a16="http://schemas.microsoft.com/office/drawing/2014/main" id="{D6D13B09-AB43-34F6-6FCC-A239CF359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7442164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E86F6A52-ACB7-D19B-2E32-AE5F2BF1684B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443729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31" name="Image" descr="Image">
            <a:extLst>
              <a:ext uri="{FF2B5EF4-FFF2-40B4-BE49-F238E27FC236}">
                <a16:creationId xmlns:a16="http://schemas.microsoft.com/office/drawing/2014/main" id="{A5DC1AA2-020E-7708-4F67-33B79446C3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7488050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2B52181C-26C5-B284-D9B3-581A9D1E08C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149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3" name="IG_POST.png" descr="IG_POST.png">
            <a:extLst>
              <a:ext uri="{FF2B5EF4-FFF2-40B4-BE49-F238E27FC236}">
                <a16:creationId xmlns:a16="http://schemas.microsoft.com/office/drawing/2014/main" id="{44CE29FE-D1DB-815B-3970-1739C59434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9804236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5" name="Picture Placeholder 12">
            <a:extLst>
              <a:ext uri="{FF2B5EF4-FFF2-40B4-BE49-F238E27FC236}">
                <a16:creationId xmlns:a16="http://schemas.microsoft.com/office/drawing/2014/main" id="{438CF645-0D5E-F6EA-63E7-6A41FCF0829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805801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36" name="Image" descr="Image">
            <a:extLst>
              <a:ext uri="{FF2B5EF4-FFF2-40B4-BE49-F238E27FC236}">
                <a16:creationId xmlns:a16="http://schemas.microsoft.com/office/drawing/2014/main" id="{59311B54-967E-83F2-C926-0ED5BF562D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9850647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4EFEF4C4-B53E-076A-CA70-69B81957F8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644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C562908C-3C28-CFE1-22A8-5A4F47613B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13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" name="Picture 11" descr="Image">
            <a:extLst>
              <a:ext uri="{FF2B5EF4-FFF2-40B4-BE49-F238E27FC236}">
                <a16:creationId xmlns:a16="http://schemas.microsoft.com/office/drawing/2014/main" id="{CE17B8FB-A245-6BC9-6B1E-6382FB863E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02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3" name="Picture 12" descr="Image">
            <a:extLst>
              <a:ext uri="{FF2B5EF4-FFF2-40B4-BE49-F238E27FC236}">
                <a16:creationId xmlns:a16="http://schemas.microsoft.com/office/drawing/2014/main" id="{902C9E6A-43BE-AE07-2BB3-AFC01903F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891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4" name="Picture 13" descr="Image">
            <a:extLst>
              <a:ext uri="{FF2B5EF4-FFF2-40B4-BE49-F238E27FC236}">
                <a16:creationId xmlns:a16="http://schemas.microsoft.com/office/drawing/2014/main" id="{9FEEA79E-B166-DA90-75E6-6C2F75F5D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797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Picture 14" descr="Image">
            <a:extLst>
              <a:ext uri="{FF2B5EF4-FFF2-40B4-BE49-F238E27FC236}">
                <a16:creationId xmlns:a16="http://schemas.microsoft.com/office/drawing/2014/main" id="{BD5CD5F3-F406-818D-EAF3-D0D9984E42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869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Title 11">
            <a:extLst>
              <a:ext uri="{FF2B5EF4-FFF2-40B4-BE49-F238E27FC236}">
                <a16:creationId xmlns:a16="http://schemas.microsoft.com/office/drawing/2014/main" id="{0806AC03-6FBF-23E0-D5C8-D0EB68E5C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142" y="378859"/>
            <a:ext cx="5097131" cy="615950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stories 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B5C75722-4B47-826D-E49E-38FB3CCC069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5750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7C0221BC-319A-1B66-2B8E-3205A6F2ABC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42394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9" name="Text Placeholder 54">
            <a:extLst>
              <a:ext uri="{FF2B5EF4-FFF2-40B4-BE49-F238E27FC236}">
                <a16:creationId xmlns:a16="http://schemas.microsoft.com/office/drawing/2014/main" id="{4CAE63E4-D571-E911-4107-F66FD395451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999038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20C6C028-B2B0-4CC9-FDCA-7B30D480177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56475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1844956A-A017-F731-81E3-A7095E2F936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13913" y="5753100"/>
            <a:ext cx="2209800" cy="52387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D4FD18-A00B-B7FB-FE84-94972259EEA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33671"/>
            <a:ext cx="1917339" cy="283766"/>
          </a:xfrm>
          <a:prstGeom prst="rect">
            <a:avLst/>
          </a:prstGeom>
        </p:spPr>
      </p:pic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7575C51F-228C-E340-3CA1-24172F9C0B93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4467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G_POST.png" descr="IG_POST.png">
            <a:extLst>
              <a:ext uri="{FF2B5EF4-FFF2-40B4-BE49-F238E27FC236}">
                <a16:creationId xmlns:a16="http://schemas.microsoft.com/office/drawing/2014/main" id="{8D032544-B662-4516-CEBD-DDFE61CE52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360280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A086FDC-7FE1-9A91-C41A-FE4640CF2EE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1844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EDF915F6-848A-2BB1-0676-41BC5BE5A2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406213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A3D09C3C-CC7D-516C-18DC-43BACA8BC6A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7879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16" name="IG_POST.png" descr="IG_POST.png">
            <a:extLst>
              <a:ext uri="{FF2B5EF4-FFF2-40B4-BE49-F238E27FC236}">
                <a16:creationId xmlns:a16="http://schemas.microsoft.com/office/drawing/2014/main" id="{84A2E379-AD96-3003-D85A-E6B1B95ED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2721269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03543A5C-D5F1-76F8-BE58-EFF0B245768E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722833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38" name="Image" descr="Image">
            <a:extLst>
              <a:ext uri="{FF2B5EF4-FFF2-40B4-BE49-F238E27FC236}">
                <a16:creationId xmlns:a16="http://schemas.microsoft.com/office/drawing/2014/main" id="{C54988FA-1FBF-86F8-CB3B-2DD4D8EF6A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2768413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489B4C92-0016-6D90-84B4-EB08672421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905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41" name="IG_POST.png" descr="IG_POST.png">
            <a:extLst>
              <a:ext uri="{FF2B5EF4-FFF2-40B4-BE49-F238E27FC236}">
                <a16:creationId xmlns:a16="http://schemas.microsoft.com/office/drawing/2014/main" id="{1E030A58-0E65-6685-F0BF-245E42118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5082258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2" name="Picture Placeholder 12">
            <a:extLst>
              <a:ext uri="{FF2B5EF4-FFF2-40B4-BE49-F238E27FC236}">
                <a16:creationId xmlns:a16="http://schemas.microsoft.com/office/drawing/2014/main" id="{2A4B9C13-4DEA-F25B-B472-E0F387766617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083822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43" name="Image" descr="Image">
            <a:extLst>
              <a:ext uri="{FF2B5EF4-FFF2-40B4-BE49-F238E27FC236}">
                <a16:creationId xmlns:a16="http://schemas.microsoft.com/office/drawing/2014/main" id="{6E40BCD5-7FBA-92A1-1F93-1B7FE9EA9C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5129819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3000B757-9EE2-E17A-966E-836700858EF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5910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50" name="IG_POST.png" descr="IG_POST.png">
            <a:extLst>
              <a:ext uri="{FF2B5EF4-FFF2-40B4-BE49-F238E27FC236}">
                <a16:creationId xmlns:a16="http://schemas.microsoft.com/office/drawing/2014/main" id="{AF468A35-0DD1-D6C3-DB96-3506ABECF3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7442164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1" name="Picture Placeholder 12">
            <a:extLst>
              <a:ext uri="{FF2B5EF4-FFF2-40B4-BE49-F238E27FC236}">
                <a16:creationId xmlns:a16="http://schemas.microsoft.com/office/drawing/2014/main" id="{CF818E45-B360-3781-7D4E-A2F192EDAD4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443729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52" name="Image" descr="Image">
            <a:extLst>
              <a:ext uri="{FF2B5EF4-FFF2-40B4-BE49-F238E27FC236}">
                <a16:creationId xmlns:a16="http://schemas.microsoft.com/office/drawing/2014/main" id="{E5768C18-40A2-A47F-8387-E2C183CF0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7488050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03282DAD-0B7B-6169-62D3-ABCA8674CD5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149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54" name="IG_POST.png" descr="IG_POST.png">
            <a:extLst>
              <a:ext uri="{FF2B5EF4-FFF2-40B4-BE49-F238E27FC236}">
                <a16:creationId xmlns:a16="http://schemas.microsoft.com/office/drawing/2014/main" id="{A4D66D10-38B4-C2F5-4D2F-397E9297B8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0"/>
          <a:stretch>
            <a:fillRect/>
          </a:stretch>
        </p:blipFill>
        <p:spPr>
          <a:xfrm>
            <a:off x="9804236" y="1112090"/>
            <a:ext cx="2021745" cy="4380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4" y="0"/>
                </a:moveTo>
                <a:cubicBezTo>
                  <a:pt x="1014" y="4"/>
                  <a:pt x="978" y="7"/>
                  <a:pt x="950" y="12"/>
                </a:cubicBezTo>
                <a:cubicBezTo>
                  <a:pt x="536" y="82"/>
                  <a:pt x="210" y="232"/>
                  <a:pt x="60" y="424"/>
                </a:cubicBezTo>
                <a:cubicBezTo>
                  <a:pt x="34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5"/>
                  <a:pt x="34" y="21148"/>
                  <a:pt x="60" y="21176"/>
                </a:cubicBezTo>
                <a:cubicBezTo>
                  <a:pt x="210" y="21368"/>
                  <a:pt x="536" y="21518"/>
                  <a:pt x="950" y="21588"/>
                </a:cubicBezTo>
                <a:cubicBezTo>
                  <a:pt x="978" y="21593"/>
                  <a:pt x="1014" y="21596"/>
                  <a:pt x="1044" y="21600"/>
                </a:cubicBezTo>
                <a:lnTo>
                  <a:pt x="20494" y="21600"/>
                </a:lnTo>
                <a:cubicBezTo>
                  <a:pt x="20524" y="21596"/>
                  <a:pt x="20560" y="21593"/>
                  <a:pt x="20587" y="21588"/>
                </a:cubicBezTo>
                <a:cubicBezTo>
                  <a:pt x="21002" y="21518"/>
                  <a:pt x="21329" y="21368"/>
                  <a:pt x="21480" y="21176"/>
                </a:cubicBezTo>
                <a:cubicBezTo>
                  <a:pt x="21600" y="21044"/>
                  <a:pt x="21599" y="20844"/>
                  <a:pt x="21599" y="20512"/>
                </a:cubicBezTo>
                <a:lnTo>
                  <a:pt x="21599" y="1087"/>
                </a:lnTo>
                <a:cubicBezTo>
                  <a:pt x="21599" y="755"/>
                  <a:pt x="21600" y="556"/>
                  <a:pt x="21480" y="424"/>
                </a:cubicBezTo>
                <a:cubicBezTo>
                  <a:pt x="21329" y="232"/>
                  <a:pt x="21002" y="82"/>
                  <a:pt x="20587" y="12"/>
                </a:cubicBezTo>
                <a:cubicBezTo>
                  <a:pt x="20560" y="7"/>
                  <a:pt x="20524" y="4"/>
                  <a:pt x="20494" y="0"/>
                </a:cubicBezTo>
                <a:lnTo>
                  <a:pt x="104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D5AF34F7-BE39-7324-F974-F4058D59BB50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805801" y="1861344"/>
            <a:ext cx="2018615" cy="2523607"/>
          </a:xfrm>
          <a:custGeom>
            <a:avLst/>
            <a:gdLst>
              <a:gd name="connsiteX0" fmla="*/ 0 w 4746625"/>
              <a:gd name="connsiteY0" fmla="*/ 0 h 5934075"/>
              <a:gd name="connsiteX1" fmla="*/ 4746625 w 4746625"/>
              <a:gd name="connsiteY1" fmla="*/ 0 h 5934075"/>
              <a:gd name="connsiteX2" fmla="*/ 4746625 w 4746625"/>
              <a:gd name="connsiteY2" fmla="*/ 5934075 h 5934075"/>
              <a:gd name="connsiteX3" fmla="*/ 0 w 4746625"/>
              <a:gd name="connsiteY3" fmla="*/ 5934075 h 593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6625" h="5934075">
                <a:moveTo>
                  <a:pt x="0" y="0"/>
                </a:moveTo>
                <a:lnTo>
                  <a:pt x="4746625" y="0"/>
                </a:lnTo>
                <a:lnTo>
                  <a:pt x="4746625" y="5934075"/>
                </a:lnTo>
                <a:lnTo>
                  <a:pt x="0" y="59340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56" name="Image" descr="Image">
            <a:extLst>
              <a:ext uri="{FF2B5EF4-FFF2-40B4-BE49-F238E27FC236}">
                <a16:creationId xmlns:a16="http://schemas.microsoft.com/office/drawing/2014/main" id="{EEFFD473-474A-4AB5-BAE5-C3DA818495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6" b="6"/>
          <a:stretch>
            <a:fillRect/>
          </a:stretch>
        </p:blipFill>
        <p:spPr>
          <a:xfrm>
            <a:off x="9850647" y="1636599"/>
            <a:ext cx="177220" cy="177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7" y="1059"/>
                  <a:pt x="3168" y="3168"/>
                </a:cubicBezTo>
                <a:cubicBezTo>
                  <a:pt x="1059" y="5277"/>
                  <a:pt x="0" y="8036"/>
                  <a:pt x="0" y="10800"/>
                </a:cubicBezTo>
                <a:cubicBezTo>
                  <a:pt x="0" y="13564"/>
                  <a:pt x="1059" y="16323"/>
                  <a:pt x="3168" y="18432"/>
                </a:cubicBezTo>
                <a:cubicBezTo>
                  <a:pt x="5277" y="20541"/>
                  <a:pt x="8036" y="21600"/>
                  <a:pt x="10800" y="21600"/>
                </a:cubicBezTo>
                <a:cubicBezTo>
                  <a:pt x="13564" y="21600"/>
                  <a:pt x="16323" y="20541"/>
                  <a:pt x="18432" y="18432"/>
                </a:cubicBezTo>
                <a:cubicBezTo>
                  <a:pt x="20541" y="16323"/>
                  <a:pt x="21600" y="13564"/>
                  <a:pt x="21600" y="10800"/>
                </a:cubicBezTo>
                <a:cubicBezTo>
                  <a:pt x="21600" y="8036"/>
                  <a:pt x="20541" y="5277"/>
                  <a:pt x="18432" y="3168"/>
                </a:cubicBezTo>
                <a:cubicBezTo>
                  <a:pt x="16323" y="1059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57" name="Text Placeholder 18">
            <a:extLst>
              <a:ext uri="{FF2B5EF4-FFF2-40B4-BE49-F238E27FC236}">
                <a16:creationId xmlns:a16="http://schemas.microsoft.com/office/drawing/2014/main" id="{67C62A65-F8F1-CB70-675A-3F373C296C9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64454" y="1655729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58" name="Picture 57" descr="Image">
            <a:extLst>
              <a:ext uri="{FF2B5EF4-FFF2-40B4-BE49-F238E27FC236}">
                <a16:creationId xmlns:a16="http://schemas.microsoft.com/office/drawing/2014/main" id="{CA176198-B3CB-8AA3-670C-E33C0BA20B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13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9" name="Picture 58" descr="Image">
            <a:extLst>
              <a:ext uri="{FF2B5EF4-FFF2-40B4-BE49-F238E27FC236}">
                <a16:creationId xmlns:a16="http://schemas.microsoft.com/office/drawing/2014/main" id="{40BB0EE7-DE29-C596-55D6-A7EA19537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02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0" name="Picture 59" descr="Image">
            <a:extLst>
              <a:ext uri="{FF2B5EF4-FFF2-40B4-BE49-F238E27FC236}">
                <a16:creationId xmlns:a16="http://schemas.microsoft.com/office/drawing/2014/main" id="{04EFE047-20DF-36B3-BE03-E5C070004A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891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1" name="Picture 60" descr="Image">
            <a:extLst>
              <a:ext uri="{FF2B5EF4-FFF2-40B4-BE49-F238E27FC236}">
                <a16:creationId xmlns:a16="http://schemas.microsoft.com/office/drawing/2014/main" id="{59780759-58DE-0FC5-1127-3A800DEB73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797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2" name="Picture 61" descr="Image">
            <a:extLst>
              <a:ext uri="{FF2B5EF4-FFF2-40B4-BE49-F238E27FC236}">
                <a16:creationId xmlns:a16="http://schemas.microsoft.com/office/drawing/2014/main" id="{D8851BCC-A93E-8969-37BE-0D61176440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869" y="1010444"/>
            <a:ext cx="2226478" cy="4561681"/>
          </a:xfrm>
          <a:custGeom>
            <a:avLst/>
            <a:gdLst>
              <a:gd name="connsiteX0" fmla="*/ 2434063 w 6190881"/>
              <a:gd name="connsiteY0" fmla="*/ 412416 h 12684079"/>
              <a:gd name="connsiteX1" fmla="*/ 3744703 w 6190881"/>
              <a:gd name="connsiteY1" fmla="*/ 412416 h 12684079"/>
              <a:gd name="connsiteX2" fmla="*/ 4011403 w 6190881"/>
              <a:gd name="connsiteY2" fmla="*/ 679116 h 12684079"/>
              <a:gd name="connsiteX3" fmla="*/ 3744703 w 6190881"/>
              <a:gd name="connsiteY3" fmla="*/ 945816 h 12684079"/>
              <a:gd name="connsiteX4" fmla="*/ 2434063 w 6190881"/>
              <a:gd name="connsiteY4" fmla="*/ 945816 h 12684079"/>
              <a:gd name="connsiteX5" fmla="*/ 2167363 w 6190881"/>
              <a:gd name="connsiteY5" fmla="*/ 679116 h 12684079"/>
              <a:gd name="connsiteX6" fmla="*/ 2434063 w 6190881"/>
              <a:gd name="connsiteY6" fmla="*/ 412416 h 12684079"/>
              <a:gd name="connsiteX7" fmla="*/ 993227 w 6190881"/>
              <a:gd name="connsiteY7" fmla="*/ 248240 h 12684079"/>
              <a:gd name="connsiteX8" fmla="*/ 292151 w 6190881"/>
              <a:gd name="connsiteY8" fmla="*/ 949316 h 12684079"/>
              <a:gd name="connsiteX9" fmla="*/ 292151 w 6190881"/>
              <a:gd name="connsiteY9" fmla="*/ 11750247 h 12684079"/>
              <a:gd name="connsiteX10" fmla="*/ 993227 w 6190881"/>
              <a:gd name="connsiteY10" fmla="*/ 12451323 h 12684079"/>
              <a:gd name="connsiteX11" fmla="*/ 5193851 w 6190881"/>
              <a:gd name="connsiteY11" fmla="*/ 12451323 h 12684079"/>
              <a:gd name="connsiteX12" fmla="*/ 5894927 w 6190881"/>
              <a:gd name="connsiteY12" fmla="*/ 11750247 h 12684079"/>
              <a:gd name="connsiteX13" fmla="*/ 5894927 w 6190881"/>
              <a:gd name="connsiteY13" fmla="*/ 949316 h 12684079"/>
              <a:gd name="connsiteX14" fmla="*/ 5193851 w 6190881"/>
              <a:gd name="connsiteY14" fmla="*/ 248240 h 12684079"/>
              <a:gd name="connsiteX15" fmla="*/ 0 w 6190881"/>
              <a:gd name="connsiteY15" fmla="*/ 0 h 12684079"/>
              <a:gd name="connsiteX16" fmla="*/ 6190881 w 6190881"/>
              <a:gd name="connsiteY16" fmla="*/ 0 h 12684079"/>
              <a:gd name="connsiteX17" fmla="*/ 6190881 w 6190881"/>
              <a:gd name="connsiteY17" fmla="*/ 12684079 h 12684079"/>
              <a:gd name="connsiteX18" fmla="*/ 0 w 6190881"/>
              <a:gd name="connsiteY18" fmla="*/ 12684079 h 12684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190881" h="12684079">
                <a:moveTo>
                  <a:pt x="2434063" y="412416"/>
                </a:moveTo>
                <a:lnTo>
                  <a:pt x="3744703" y="412416"/>
                </a:lnTo>
                <a:cubicBezTo>
                  <a:pt x="3891999" y="412416"/>
                  <a:pt x="4011403" y="531822"/>
                  <a:pt x="4011403" y="679116"/>
                </a:cubicBezTo>
                <a:cubicBezTo>
                  <a:pt x="4011403" y="826410"/>
                  <a:pt x="3891999" y="945816"/>
                  <a:pt x="3744703" y="945816"/>
                </a:cubicBezTo>
                <a:lnTo>
                  <a:pt x="2434063" y="945816"/>
                </a:lnTo>
                <a:cubicBezTo>
                  <a:pt x="2286771" y="945816"/>
                  <a:pt x="2167363" y="826410"/>
                  <a:pt x="2167363" y="679116"/>
                </a:cubicBezTo>
                <a:cubicBezTo>
                  <a:pt x="2167363" y="531822"/>
                  <a:pt x="2286771" y="412416"/>
                  <a:pt x="2434063" y="412416"/>
                </a:cubicBezTo>
                <a:close/>
                <a:moveTo>
                  <a:pt x="993227" y="248240"/>
                </a:moveTo>
                <a:cubicBezTo>
                  <a:pt x="606031" y="248240"/>
                  <a:pt x="292151" y="562122"/>
                  <a:pt x="292151" y="949316"/>
                </a:cubicBezTo>
                <a:lnTo>
                  <a:pt x="292151" y="11750247"/>
                </a:lnTo>
                <a:cubicBezTo>
                  <a:pt x="292151" y="12137441"/>
                  <a:pt x="606031" y="12451323"/>
                  <a:pt x="993227" y="12451323"/>
                </a:cubicBezTo>
                <a:lnTo>
                  <a:pt x="5193851" y="12451323"/>
                </a:lnTo>
                <a:cubicBezTo>
                  <a:pt x="5581047" y="12451323"/>
                  <a:pt x="5894927" y="12137441"/>
                  <a:pt x="5894927" y="11750247"/>
                </a:cubicBezTo>
                <a:lnTo>
                  <a:pt x="5894927" y="949316"/>
                </a:lnTo>
                <a:cubicBezTo>
                  <a:pt x="5894927" y="562122"/>
                  <a:pt x="5581047" y="248240"/>
                  <a:pt x="5193851" y="248240"/>
                </a:cubicBezTo>
                <a:close/>
                <a:moveTo>
                  <a:pt x="0" y="0"/>
                </a:moveTo>
                <a:lnTo>
                  <a:pt x="6190881" y="0"/>
                </a:lnTo>
                <a:lnTo>
                  <a:pt x="6190881" y="12684079"/>
                </a:lnTo>
                <a:lnTo>
                  <a:pt x="0" y="1268407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A1185C30-56EC-E69C-39DB-68D2FD249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925" y="374650"/>
            <a:ext cx="5133973" cy="615950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stories Title</a:t>
            </a:r>
          </a:p>
        </p:txBody>
      </p:sp>
      <p:sp>
        <p:nvSpPr>
          <p:cNvPr id="6" name="Text Placeholder 54">
            <a:extLst>
              <a:ext uri="{FF2B5EF4-FFF2-40B4-BE49-F238E27FC236}">
                <a16:creationId xmlns:a16="http://schemas.microsoft.com/office/drawing/2014/main" id="{7ABA0AEB-48C1-860B-F53F-9C7211BB4BE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5750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7" name="Text Placeholder 54">
            <a:extLst>
              <a:ext uri="{FF2B5EF4-FFF2-40B4-BE49-F238E27FC236}">
                <a16:creationId xmlns:a16="http://schemas.microsoft.com/office/drawing/2014/main" id="{B133A89A-321A-2741-7620-5B6DAA89069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42394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8" name="Text Placeholder 54">
            <a:extLst>
              <a:ext uri="{FF2B5EF4-FFF2-40B4-BE49-F238E27FC236}">
                <a16:creationId xmlns:a16="http://schemas.microsoft.com/office/drawing/2014/main" id="{D8BBA506-1924-AA3A-BBCC-DA10424068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999038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9" name="Text Placeholder 54">
            <a:extLst>
              <a:ext uri="{FF2B5EF4-FFF2-40B4-BE49-F238E27FC236}">
                <a16:creationId xmlns:a16="http://schemas.microsoft.com/office/drawing/2014/main" id="{FF9871EC-9038-1CBC-2F14-2404680D92C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56475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0313EF6D-E0F9-48AC-4356-3576D8E60E8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13913" y="5762625"/>
            <a:ext cx="2209800" cy="54746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41B5E926-7860-80A9-8D3B-7D982C938E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A74BFD1-20BD-09C7-978A-C46379BB1EC4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587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485A5CA6-CA8A-AED4-2065-890EEF3B50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58775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grpSp>
        <p:nvGrpSpPr>
          <p:cNvPr id="16" name="Group">
            <a:extLst>
              <a:ext uri="{FF2B5EF4-FFF2-40B4-BE49-F238E27FC236}">
                <a16:creationId xmlns:a16="http://schemas.microsoft.com/office/drawing/2014/main" id="{3C16AA88-CEE2-93CD-4913-747058DCA19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710238" y="677386"/>
            <a:ext cx="4998244" cy="6292850"/>
            <a:chOff x="0" y="0"/>
            <a:chExt cx="9995595" cy="12584913"/>
          </a:xfrm>
        </p:grpSpPr>
        <p:pic>
          <p:nvPicPr>
            <p:cNvPr id="17" name="IG_FEED.png" descr="IG_FEED.png">
              <a:extLst>
                <a:ext uri="{FF2B5EF4-FFF2-40B4-BE49-F238E27FC236}">
                  <a16:creationId xmlns:a16="http://schemas.microsoft.com/office/drawing/2014/main" id="{1E2D33E5-6F7A-6D22-3B33-9E5864A0A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" b="38091"/>
            <a:stretch>
              <a:fillRect/>
            </a:stretch>
          </p:blipFill>
          <p:spPr>
            <a:xfrm>
              <a:off x="447552" y="392516"/>
              <a:ext cx="9100345" cy="12192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9" y="0"/>
                  </a:moveTo>
                  <a:cubicBezTo>
                    <a:pt x="1159" y="12"/>
                    <a:pt x="1079" y="29"/>
                    <a:pt x="1009" y="51"/>
                  </a:cubicBezTo>
                  <a:cubicBezTo>
                    <a:pt x="596" y="163"/>
                    <a:pt x="270" y="406"/>
                    <a:pt x="120" y="714"/>
                  </a:cubicBezTo>
                  <a:cubicBezTo>
                    <a:pt x="0" y="928"/>
                    <a:pt x="0" y="1250"/>
                    <a:pt x="0" y="1784"/>
                  </a:cubicBezTo>
                  <a:lnTo>
                    <a:pt x="0" y="19778"/>
                  </a:lnTo>
                  <a:cubicBezTo>
                    <a:pt x="0" y="20312"/>
                    <a:pt x="0" y="20633"/>
                    <a:pt x="120" y="20847"/>
                  </a:cubicBezTo>
                  <a:cubicBezTo>
                    <a:pt x="270" y="21155"/>
                    <a:pt x="596" y="21398"/>
                    <a:pt x="1009" y="21511"/>
                  </a:cubicBezTo>
                  <a:cubicBezTo>
                    <a:pt x="1296" y="21600"/>
                    <a:pt x="1726" y="21600"/>
                    <a:pt x="2443" y="21600"/>
                  </a:cubicBezTo>
                  <a:lnTo>
                    <a:pt x="19158" y="21600"/>
                  </a:lnTo>
                  <a:cubicBezTo>
                    <a:pt x="19875" y="21600"/>
                    <a:pt x="20304" y="21600"/>
                    <a:pt x="20591" y="21511"/>
                  </a:cubicBezTo>
                  <a:cubicBezTo>
                    <a:pt x="21004" y="21398"/>
                    <a:pt x="21330" y="21155"/>
                    <a:pt x="21480" y="20847"/>
                  </a:cubicBezTo>
                  <a:cubicBezTo>
                    <a:pt x="21600" y="20633"/>
                    <a:pt x="21600" y="20312"/>
                    <a:pt x="21600" y="19778"/>
                  </a:cubicBezTo>
                  <a:lnTo>
                    <a:pt x="21600" y="1784"/>
                  </a:lnTo>
                  <a:cubicBezTo>
                    <a:pt x="21600" y="1250"/>
                    <a:pt x="21600" y="928"/>
                    <a:pt x="21480" y="714"/>
                  </a:cubicBezTo>
                  <a:cubicBezTo>
                    <a:pt x="21330" y="406"/>
                    <a:pt x="21004" y="163"/>
                    <a:pt x="20591" y="51"/>
                  </a:cubicBezTo>
                  <a:cubicBezTo>
                    <a:pt x="20521" y="29"/>
                    <a:pt x="20441" y="12"/>
                    <a:pt x="20351" y="0"/>
                  </a:cubicBezTo>
                  <a:lnTo>
                    <a:pt x="1249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8" name="Image" descr="Image">
              <a:extLst>
                <a:ext uri="{FF2B5EF4-FFF2-40B4-BE49-F238E27FC236}">
                  <a16:creationId xmlns:a16="http://schemas.microsoft.com/office/drawing/2014/main" id="{BD03B1DF-0E5A-AD6E-9ED3-8582FDCF4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1112"/>
            <a:stretch>
              <a:fillRect/>
            </a:stretch>
          </p:blipFill>
          <p:spPr bwMode="auto">
            <a:xfrm>
              <a:off x="0" y="0"/>
              <a:ext cx="9995596" cy="12059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9" name="Rectangle">
            <a:extLst>
              <a:ext uri="{FF2B5EF4-FFF2-40B4-BE49-F238E27FC236}">
                <a16:creationId xmlns:a16="http://schemas.microsoft.com/office/drawing/2014/main" id="{CCBEC409-F76C-F7BB-D472-90720DA7B1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423657" y="6713584"/>
            <a:ext cx="5571331" cy="26431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00A87ED-4A76-E670-7C60-4E400022549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942807" y="215138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4A2F2796-38B0-7EFE-401E-B0D9C977C9D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460457" y="215138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17746634-9A90-40F5-0CB5-580485C7645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977313" y="215138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890CAEE6-D1EC-6C25-F834-F97FB177B94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942807" y="366664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C9441A1-A0DD-BD7A-2E7F-8DEF13C886F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460457" y="366664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E90EBBC5-08FD-9A3A-689B-CF0554E9C50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977313" y="366664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217B9D6-0407-67B7-BE7D-CE98B526498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942807" y="518906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A26A7FA6-7796-A9E9-5C18-FF3F2DD9148D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460457" y="518906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18">
            <a:extLst>
              <a:ext uri="{FF2B5EF4-FFF2-40B4-BE49-F238E27FC236}">
                <a16:creationId xmlns:a16="http://schemas.microsoft.com/office/drawing/2014/main" id="{9F2F77F4-A8A3-5A53-AFDB-4C1C958F43D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977313" y="518906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20F3AA99-3F6F-0283-0B20-E316ED178C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6759" y="383061"/>
            <a:ext cx="3416247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Instagram grid</a:t>
            </a:r>
            <a:br>
              <a:rPr lang="en-US"/>
            </a:br>
            <a:r>
              <a:rPr lang="en-US"/>
              <a:t>@username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C8DB21E-547C-C22A-C50B-1D7ED82017B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4761" y="4857750"/>
            <a:ext cx="3921126" cy="128267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17B3E-96CD-54BE-8F19-E5DA8B3C53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A01E0C-6197-375A-063E-5E4ABB8A00C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22496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485A5CA6-CA8A-AED4-2065-890EEF3B50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17" name="IG_FEED.png" descr="IG_FEED.png">
            <a:extLst>
              <a:ext uri="{FF2B5EF4-FFF2-40B4-BE49-F238E27FC236}">
                <a16:creationId xmlns:a16="http://schemas.microsoft.com/office/drawing/2014/main" id="{1E2D33E5-6F7A-6D22-3B33-9E5864A0AD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40757"/>
          <a:stretch/>
        </p:blipFill>
        <p:spPr bwMode="auto">
          <a:xfrm>
            <a:off x="5934034" y="875837"/>
            <a:ext cx="4550579" cy="5834056"/>
          </a:xfrm>
          <a:prstGeom prst="round2SameRect">
            <a:avLst>
              <a:gd name="adj1" fmla="val 9550"/>
              <a:gd name="adj2" fmla="val 0"/>
            </a:avLst>
          </a:prstGeom>
          <a:ln w="12700" cap="flat">
            <a:noFill/>
            <a:miter lim="400000"/>
          </a:ln>
          <a:effectLst/>
        </p:spPr>
      </p:pic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BD03B1DF-0E5A-AD6E-9ED3-8582FDCF4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2"/>
          <a:stretch>
            <a:fillRect/>
          </a:stretch>
        </p:blipFill>
        <p:spPr bwMode="auto">
          <a:xfrm>
            <a:off x="5710238" y="679567"/>
            <a:ext cx="4998245" cy="603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00A87ED-4A76-E670-7C60-4E4000225493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5942807" y="215356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4A2F2796-38B0-7EFE-401E-B0D9C977C9D5}"/>
              </a:ext>
            </a:extLst>
          </p:cNvPr>
          <p:cNvSpPr>
            <a:spLocks noGrp="1"/>
          </p:cNvSpPr>
          <p:nvPr userDrawn="1">
            <p:ph type="pic" sz="quarter" idx="31" hasCustomPrompt="1"/>
          </p:nvPr>
        </p:nvSpPr>
        <p:spPr>
          <a:xfrm>
            <a:off x="7460457" y="215356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17746634-9A90-40F5-0CB5-580485C7645E}"/>
              </a:ext>
            </a:extLst>
          </p:cNvPr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8977313" y="2153560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890CAEE6-D1EC-6C25-F834-F97FB177B948}"/>
              </a:ext>
            </a:extLst>
          </p:cNvPr>
          <p:cNvSpPr>
            <a:spLocks noGrp="1"/>
          </p:cNvSpPr>
          <p:nvPr userDrawn="1">
            <p:ph type="pic" sz="quarter" idx="33" hasCustomPrompt="1"/>
          </p:nvPr>
        </p:nvSpPr>
        <p:spPr>
          <a:xfrm>
            <a:off x="5942807" y="366882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C9441A1-A0DD-BD7A-2E7F-8DEF13C886F1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>
          <a:xfrm>
            <a:off x="7460457" y="366882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E90EBBC5-08FD-9A3A-689B-CF0554E9C502}"/>
              </a:ext>
            </a:extLst>
          </p:cNvPr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8977313" y="3668829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217B9D6-0407-67B7-BE7D-CE98B526498C}"/>
              </a:ext>
            </a:extLst>
          </p:cNvPr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5942807" y="519124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A26A7FA6-7796-A9E9-5C18-FF3F2DD9148D}"/>
              </a:ext>
            </a:extLst>
          </p:cNvPr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7460457" y="519124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18">
            <a:extLst>
              <a:ext uri="{FF2B5EF4-FFF2-40B4-BE49-F238E27FC236}">
                <a16:creationId xmlns:a16="http://schemas.microsoft.com/office/drawing/2014/main" id="{9F2F77F4-A8A3-5A53-AFDB-4C1C958F43D7}"/>
              </a:ext>
            </a:extLst>
          </p:cNvPr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8977313" y="5191241"/>
            <a:ext cx="1498600" cy="1499394"/>
          </a:xfrm>
          <a:custGeom>
            <a:avLst/>
            <a:gdLst>
              <a:gd name="connsiteX0" fmla="*/ 0 w 2997200"/>
              <a:gd name="connsiteY0" fmla="*/ 0 h 2998788"/>
              <a:gd name="connsiteX1" fmla="*/ 2997200 w 2997200"/>
              <a:gd name="connsiteY1" fmla="*/ 0 h 2998788"/>
              <a:gd name="connsiteX2" fmla="*/ 2997200 w 2997200"/>
              <a:gd name="connsiteY2" fmla="*/ 2998788 h 2998788"/>
              <a:gd name="connsiteX3" fmla="*/ 0 w 2997200"/>
              <a:gd name="connsiteY3" fmla="*/ 2998788 h 299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2998788">
                <a:moveTo>
                  <a:pt x="0" y="0"/>
                </a:moveTo>
                <a:lnTo>
                  <a:pt x="2997200" y="0"/>
                </a:lnTo>
                <a:lnTo>
                  <a:pt x="2997200" y="2998788"/>
                </a:lnTo>
                <a:lnTo>
                  <a:pt x="0" y="2998788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4F3FF91-3644-20C9-1E5F-890C949E40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245D0F4-3581-BDE1-EDA2-3A67611836E3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EBA13D8-8E1A-86D8-CD02-5277A56CD6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6759" y="383061"/>
            <a:ext cx="3416247" cy="87676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</a:lstStyle>
          <a:p>
            <a:pPr lvl="0"/>
            <a:r>
              <a:rPr lang="en-US"/>
              <a:t>Instagram grid</a:t>
            </a:r>
            <a:br>
              <a:rPr lang="en-US"/>
            </a:br>
            <a:r>
              <a:rPr lang="en-US"/>
              <a:t>@username</a:t>
            </a:r>
          </a:p>
        </p:txBody>
      </p:sp>
      <p:sp>
        <p:nvSpPr>
          <p:cNvPr id="9" name="Text Placeholder 54">
            <a:extLst>
              <a:ext uri="{FF2B5EF4-FFF2-40B4-BE49-F238E27FC236}">
                <a16:creationId xmlns:a16="http://schemas.microsoft.com/office/drawing/2014/main" id="{2CDF21B4-0D41-ED5B-5B44-E710AB81FF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4761" y="4857750"/>
            <a:ext cx="3921126" cy="1282671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4166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">
            <a:extLst>
              <a:ext uri="{FF2B5EF4-FFF2-40B4-BE49-F238E27FC236}">
                <a16:creationId xmlns:a16="http://schemas.microsoft.com/office/drawing/2014/main" id="{D2CD2A7E-D82B-D3C7-4A98-04DBFE686D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62860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A785F560-87F5-C5E8-07A0-B67FED1C3C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08" b="14580"/>
          <a:stretch>
            <a:fillRect/>
          </a:stretch>
        </p:blipFill>
        <p:spPr>
          <a:xfrm>
            <a:off x="6553016" y="799189"/>
            <a:ext cx="3322011" cy="6147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0" y="0"/>
                </a:moveTo>
                <a:cubicBezTo>
                  <a:pt x="1011" y="5"/>
                  <a:pt x="976" y="8"/>
                  <a:pt x="950" y="14"/>
                </a:cubicBezTo>
                <a:cubicBezTo>
                  <a:pt x="535" y="95"/>
                  <a:pt x="209" y="272"/>
                  <a:pt x="58" y="496"/>
                </a:cubicBezTo>
                <a:cubicBezTo>
                  <a:pt x="33" y="528"/>
                  <a:pt x="16" y="566"/>
                  <a:pt x="0" y="606"/>
                </a:cubicBezTo>
                <a:lnTo>
                  <a:pt x="0" y="20943"/>
                </a:lnTo>
                <a:cubicBezTo>
                  <a:pt x="16" y="20983"/>
                  <a:pt x="33" y="21020"/>
                  <a:pt x="58" y="21053"/>
                </a:cubicBezTo>
                <a:cubicBezTo>
                  <a:pt x="209" y="21277"/>
                  <a:pt x="535" y="21454"/>
                  <a:pt x="950" y="21535"/>
                </a:cubicBezTo>
                <a:cubicBezTo>
                  <a:pt x="1237" y="21600"/>
                  <a:pt x="1668" y="21600"/>
                  <a:pt x="2387" y="21600"/>
                </a:cubicBezTo>
                <a:lnTo>
                  <a:pt x="19151" y="21600"/>
                </a:lnTo>
                <a:cubicBezTo>
                  <a:pt x="19870" y="21600"/>
                  <a:pt x="20301" y="21600"/>
                  <a:pt x="20588" y="21535"/>
                </a:cubicBezTo>
                <a:cubicBezTo>
                  <a:pt x="21003" y="21454"/>
                  <a:pt x="21329" y="21277"/>
                  <a:pt x="21480" y="21053"/>
                </a:cubicBezTo>
                <a:cubicBezTo>
                  <a:pt x="21600" y="20897"/>
                  <a:pt x="21600" y="20664"/>
                  <a:pt x="21600" y="20276"/>
                </a:cubicBezTo>
                <a:lnTo>
                  <a:pt x="21600" y="1272"/>
                </a:lnTo>
                <a:cubicBezTo>
                  <a:pt x="21600" y="884"/>
                  <a:pt x="21600" y="651"/>
                  <a:pt x="21480" y="496"/>
                </a:cubicBezTo>
                <a:cubicBezTo>
                  <a:pt x="21329" y="272"/>
                  <a:pt x="21003" y="95"/>
                  <a:pt x="20588" y="14"/>
                </a:cubicBezTo>
                <a:cubicBezTo>
                  <a:pt x="20562" y="8"/>
                  <a:pt x="20527" y="5"/>
                  <a:pt x="20498" y="0"/>
                </a:cubicBezTo>
                <a:lnTo>
                  <a:pt x="104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1BD2C3D-06DA-27E1-3B1C-A3BE45028A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6379369" y="654393"/>
            <a:ext cx="3659188" cy="604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7F47A862-E84F-2340-CDBC-4FD6D3447E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22" b="22"/>
          <a:stretch>
            <a:fillRect/>
          </a:stretch>
        </p:blipFill>
        <p:spPr>
          <a:xfrm>
            <a:off x="6636193" y="1666090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51B62530-801F-64E2-51A7-68DECCC5E3D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48438" y="2041075"/>
            <a:ext cx="3321845" cy="4152107"/>
          </a:xfrm>
          <a:custGeom>
            <a:avLst/>
            <a:gdLst>
              <a:gd name="connsiteX0" fmla="*/ 0 w 6643689"/>
              <a:gd name="connsiteY0" fmla="*/ 0 h 8304213"/>
              <a:gd name="connsiteX1" fmla="*/ 6643689 w 6643689"/>
              <a:gd name="connsiteY1" fmla="*/ 0 h 8304213"/>
              <a:gd name="connsiteX2" fmla="*/ 6643689 w 6643689"/>
              <a:gd name="connsiteY2" fmla="*/ 8304213 h 8304213"/>
              <a:gd name="connsiteX3" fmla="*/ 0 w 6643689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9" h="8304213">
                <a:moveTo>
                  <a:pt x="0" y="0"/>
                </a:moveTo>
                <a:lnTo>
                  <a:pt x="6643689" y="0"/>
                </a:lnTo>
                <a:lnTo>
                  <a:pt x="6643689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9D201AF-C41B-75DF-82F8-3081F99902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48350" y="1735616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AA1AE-D373-A7F2-30FD-7EA7A00752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5" name="Title 11">
            <a:extLst>
              <a:ext uri="{FF2B5EF4-FFF2-40B4-BE49-F238E27FC236}">
                <a16:creationId xmlns:a16="http://schemas.microsoft.com/office/drawing/2014/main" id="{BB35777D-03FE-A825-0D2E-C2AE5F898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5E2C9C7E-807C-0FE0-4BA3-9EEC6B54C33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B253CB0-AED3-2994-22F0-2F5E18A427C9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4804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">
            <a:extLst>
              <a:ext uri="{FF2B5EF4-FFF2-40B4-BE49-F238E27FC236}">
                <a16:creationId xmlns:a16="http://schemas.microsoft.com/office/drawing/2014/main" id="{D2CD2A7E-D82B-D3C7-4A98-04DBFE686D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9" name="IG_POST.png" descr="IG_POST.png">
            <a:extLst>
              <a:ext uri="{FF2B5EF4-FFF2-40B4-BE49-F238E27FC236}">
                <a16:creationId xmlns:a16="http://schemas.microsoft.com/office/drawing/2014/main" id="{A785F560-87F5-C5E8-07A0-B67FED1C3C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" b="17982"/>
          <a:stretch/>
        </p:blipFill>
        <p:spPr>
          <a:xfrm>
            <a:off x="6553016" y="810075"/>
            <a:ext cx="3322011" cy="5902786"/>
          </a:xfrm>
          <a:prstGeom prst="round2SameRect">
            <a:avLst>
              <a:gd name="adj1" fmla="val 10933"/>
              <a:gd name="adj2" fmla="val 0"/>
            </a:avLst>
          </a:prstGeom>
          <a:ln w="12700">
            <a:miter lim="400000"/>
          </a:ln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1BD2C3D-06DA-27E1-3B1C-A3BE45028A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6379369" y="665279"/>
            <a:ext cx="3659188" cy="604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7F47A862-E84F-2340-CDBC-4FD6D3447E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22" b="22"/>
          <a:stretch>
            <a:fillRect/>
          </a:stretch>
        </p:blipFill>
        <p:spPr>
          <a:xfrm>
            <a:off x="6636193" y="1676976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51B62530-801F-64E2-51A7-68DECCC5E3D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48438" y="2051961"/>
            <a:ext cx="3321845" cy="4152107"/>
          </a:xfrm>
          <a:custGeom>
            <a:avLst/>
            <a:gdLst>
              <a:gd name="connsiteX0" fmla="*/ 0 w 6643689"/>
              <a:gd name="connsiteY0" fmla="*/ 0 h 8304213"/>
              <a:gd name="connsiteX1" fmla="*/ 6643689 w 6643689"/>
              <a:gd name="connsiteY1" fmla="*/ 0 h 8304213"/>
              <a:gd name="connsiteX2" fmla="*/ 6643689 w 6643689"/>
              <a:gd name="connsiteY2" fmla="*/ 8304213 h 8304213"/>
              <a:gd name="connsiteX3" fmla="*/ 0 w 6643689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9" h="8304213">
                <a:moveTo>
                  <a:pt x="0" y="0"/>
                </a:moveTo>
                <a:lnTo>
                  <a:pt x="6643689" y="0"/>
                </a:lnTo>
                <a:lnTo>
                  <a:pt x="6643689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9D201AF-C41B-75DF-82F8-3081F99902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48350" y="174650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4C1E0FCB-BB24-51D3-1E02-945710E435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16F8E5-8189-3898-EAF7-8AFF8BA7E691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BA7D0B65-B6A6-5976-678C-28B1D0FFF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8B9CD6A6-4938-F913-BBC7-34D7AB13143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3021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B35FA3AE-BB48-C372-FE0B-57A7D1133B0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5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236E1117-A8CC-DA51-9F36-E2B50A09A9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039575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3DD03865-1327-FB90-04DD-67B211FE2D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8048E66B-7BD8-FC44-4FE7-2BEB6BF545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094679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0D6504EC-7182-5385-2510-1C55E364186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38182" y="1766095"/>
            <a:ext cx="2342357" cy="2928938"/>
          </a:xfrm>
          <a:custGeom>
            <a:avLst/>
            <a:gdLst>
              <a:gd name="connsiteX0" fmla="*/ 0 w 4684713"/>
              <a:gd name="connsiteY0" fmla="*/ 0 h 5857875"/>
              <a:gd name="connsiteX1" fmla="*/ 4684713 w 4684713"/>
              <a:gd name="connsiteY1" fmla="*/ 0 h 5857875"/>
              <a:gd name="connsiteX2" fmla="*/ 4684713 w 4684713"/>
              <a:gd name="connsiteY2" fmla="*/ 5857875 h 5857875"/>
              <a:gd name="connsiteX3" fmla="*/ 0 w 4684713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4713" h="5857875">
                <a:moveTo>
                  <a:pt x="0" y="0"/>
                </a:moveTo>
                <a:lnTo>
                  <a:pt x="4684713" y="0"/>
                </a:lnTo>
                <a:lnTo>
                  <a:pt x="4684713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796E155E-92D4-CB24-B8FA-8A338DFAFD9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17444" y="1527872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FE80C9-FB88-144B-10A9-623234C7DB1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6AAA499-02FA-674A-3CC2-8CBA22F657D6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BBA09947-6C2E-30A2-D7F0-CABB6F9295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2C358B48-DC4B-A5F5-2761-34DB79A635C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84585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B35FA3AE-BB48-C372-FE0B-57A7D1133B0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236E1117-A8CC-DA51-9F36-E2B50A09A9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7039575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3DD03865-1327-FB90-04DD-67B211FE2D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8048E66B-7BD8-FC44-4FE7-2BEB6BF545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7094679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0D6504EC-7182-5385-2510-1C55E364186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38182" y="1766095"/>
            <a:ext cx="2342357" cy="2928938"/>
          </a:xfrm>
          <a:custGeom>
            <a:avLst/>
            <a:gdLst>
              <a:gd name="connsiteX0" fmla="*/ 0 w 4684713"/>
              <a:gd name="connsiteY0" fmla="*/ 0 h 5857875"/>
              <a:gd name="connsiteX1" fmla="*/ 4684713 w 4684713"/>
              <a:gd name="connsiteY1" fmla="*/ 0 h 5857875"/>
              <a:gd name="connsiteX2" fmla="*/ 4684713 w 4684713"/>
              <a:gd name="connsiteY2" fmla="*/ 5857875 h 5857875"/>
              <a:gd name="connsiteX3" fmla="*/ 0 w 4684713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4713" h="5857875">
                <a:moveTo>
                  <a:pt x="0" y="0"/>
                </a:moveTo>
                <a:lnTo>
                  <a:pt x="4684713" y="0"/>
                </a:lnTo>
                <a:lnTo>
                  <a:pt x="4684713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796E155E-92D4-CB24-B8FA-8A338DFAFD9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17444" y="152787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6F62B6DB-B246-A36A-D5C5-C8588E9E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94422DB-B598-2D30-48D6-9FD7C1B6677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33504DA7-7C62-745F-A9E1-538971C06A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D57C1371-EFBD-E38D-93BF-558AC3FE01C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553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9A21880B-8BE1-DC32-A573-66DB72BFFC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4194EF7D-52D5-ACD4-DABC-5E37E561AB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5520259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C7AE2FDC-F257-D52F-6D31-C99BF315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8558890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69FACF8-8760-EED9-FA89-D5E9A0A71E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8768DE93-880D-0AD9-5973-4F255C19D0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769" y="781844"/>
            <a:ext cx="2583656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EAF49639-7999-09B9-F807-07110D388E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5575001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AC48B74-81D8-58E1-C836-C470522A1A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8613060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A9C36768-50DD-CEC7-6282-5DAC453879A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518150" y="1766095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72BBB635-EE51-4FB0-DA5D-9553E6750A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556625" y="1766095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058A9B94-B8B7-549A-F634-B6D302E8042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02969" y="1527872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318935C-504B-64C0-6D83-336A36FE307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44222" y="1527872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8D70A-0BA1-F648-F1DD-AC068D4663B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7360D4C-EE2A-29A0-0AE0-F920CAF2190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1" name="Title 11">
            <a:extLst>
              <a:ext uri="{FF2B5EF4-FFF2-40B4-BE49-F238E27FC236}">
                <a16:creationId xmlns:a16="http://schemas.microsoft.com/office/drawing/2014/main" id="{03B4C880-28AC-7503-C540-2B72BAEC2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E7A2CCD0-F46D-23BD-C6F8-3A40AD96844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70166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9A21880B-8BE1-DC32-A573-66DB72BFFC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4194EF7D-52D5-ACD4-DABC-5E37E561AB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5520259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C7AE2FDC-F257-D52F-6D31-C99BF315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"/>
          <a:stretch>
            <a:fillRect/>
          </a:stretch>
        </p:blipFill>
        <p:spPr>
          <a:xfrm>
            <a:off x="8558890" y="887549"/>
            <a:ext cx="2346125" cy="5082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047" y="0"/>
                </a:moveTo>
                <a:cubicBezTo>
                  <a:pt x="1015" y="4"/>
                  <a:pt x="978" y="7"/>
                  <a:pt x="950" y="13"/>
                </a:cubicBezTo>
                <a:cubicBezTo>
                  <a:pt x="536" y="82"/>
                  <a:pt x="209" y="233"/>
                  <a:pt x="58" y="424"/>
                </a:cubicBezTo>
                <a:cubicBezTo>
                  <a:pt x="33" y="452"/>
                  <a:pt x="16" y="485"/>
                  <a:pt x="0" y="519"/>
                </a:cubicBezTo>
                <a:lnTo>
                  <a:pt x="0" y="21081"/>
                </a:lnTo>
                <a:cubicBezTo>
                  <a:pt x="16" y="21116"/>
                  <a:pt x="33" y="21149"/>
                  <a:pt x="58" y="21177"/>
                </a:cubicBezTo>
                <a:cubicBezTo>
                  <a:pt x="209" y="21368"/>
                  <a:pt x="536" y="21519"/>
                  <a:pt x="950" y="21588"/>
                </a:cubicBezTo>
                <a:cubicBezTo>
                  <a:pt x="976" y="21593"/>
                  <a:pt x="1011" y="21596"/>
                  <a:pt x="1039" y="21600"/>
                </a:cubicBezTo>
                <a:lnTo>
                  <a:pt x="20499" y="21600"/>
                </a:lnTo>
                <a:cubicBezTo>
                  <a:pt x="20528" y="21596"/>
                  <a:pt x="20562" y="21593"/>
                  <a:pt x="20588" y="21588"/>
                </a:cubicBezTo>
                <a:cubicBezTo>
                  <a:pt x="21003" y="21519"/>
                  <a:pt x="21329" y="21368"/>
                  <a:pt x="21480" y="21177"/>
                </a:cubicBezTo>
                <a:cubicBezTo>
                  <a:pt x="21600" y="21044"/>
                  <a:pt x="21599" y="20845"/>
                  <a:pt x="21599" y="20513"/>
                </a:cubicBezTo>
                <a:lnTo>
                  <a:pt x="21599" y="1088"/>
                </a:lnTo>
                <a:cubicBezTo>
                  <a:pt x="21599" y="756"/>
                  <a:pt x="21600" y="557"/>
                  <a:pt x="21480" y="424"/>
                </a:cubicBezTo>
                <a:cubicBezTo>
                  <a:pt x="21329" y="233"/>
                  <a:pt x="21003" y="82"/>
                  <a:pt x="20588" y="13"/>
                </a:cubicBezTo>
                <a:cubicBezTo>
                  <a:pt x="20560" y="7"/>
                  <a:pt x="20523" y="4"/>
                  <a:pt x="20492" y="0"/>
                </a:cubicBezTo>
                <a:lnTo>
                  <a:pt x="1047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69FACF8-8760-EED9-FA89-D5E9A0A71E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8768DE93-880D-0AD9-5973-4F255C19D0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769" y="781844"/>
            <a:ext cx="2583656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EAF49639-7999-09B9-F807-07110D388E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5575001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AC48B74-81D8-58E1-C836-C470522A1A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42" b="42"/>
          <a:stretch>
            <a:fillRect/>
          </a:stretch>
        </p:blipFill>
        <p:spPr>
          <a:xfrm>
            <a:off x="8613060" y="1494561"/>
            <a:ext cx="205582" cy="205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5" y="0"/>
                  <a:pt x="5279" y="1059"/>
                  <a:pt x="3169" y="3169"/>
                </a:cubicBezTo>
                <a:cubicBezTo>
                  <a:pt x="1059" y="5279"/>
                  <a:pt x="0" y="8035"/>
                  <a:pt x="0" y="10800"/>
                </a:cubicBezTo>
                <a:cubicBezTo>
                  <a:pt x="0" y="13565"/>
                  <a:pt x="1059" y="16342"/>
                  <a:pt x="3169" y="18452"/>
                </a:cubicBezTo>
                <a:cubicBezTo>
                  <a:pt x="5279" y="20561"/>
                  <a:pt x="8035" y="21600"/>
                  <a:pt x="10800" y="21600"/>
                </a:cubicBezTo>
                <a:cubicBezTo>
                  <a:pt x="13565" y="21600"/>
                  <a:pt x="16342" y="20561"/>
                  <a:pt x="18452" y="18452"/>
                </a:cubicBezTo>
                <a:cubicBezTo>
                  <a:pt x="20561" y="16342"/>
                  <a:pt x="21600" y="13565"/>
                  <a:pt x="21600" y="10800"/>
                </a:cubicBezTo>
                <a:cubicBezTo>
                  <a:pt x="21600" y="8035"/>
                  <a:pt x="20561" y="5279"/>
                  <a:pt x="18452" y="3169"/>
                </a:cubicBezTo>
                <a:cubicBezTo>
                  <a:pt x="16342" y="1059"/>
                  <a:pt x="13565" y="0"/>
                  <a:pt x="10800" y="0"/>
                </a:cubicBezTo>
                <a:close/>
              </a:path>
            </a:pathLst>
          </a:cu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A9C36768-50DD-CEC7-6282-5DAC453879A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518150" y="1766095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72BBB635-EE51-4FB0-DA5D-9553E6750A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556625" y="1766095"/>
            <a:ext cx="2343150" cy="2928938"/>
          </a:xfrm>
          <a:custGeom>
            <a:avLst/>
            <a:gdLst>
              <a:gd name="connsiteX0" fmla="*/ 0 w 4686300"/>
              <a:gd name="connsiteY0" fmla="*/ 0 h 5857875"/>
              <a:gd name="connsiteX1" fmla="*/ 4686300 w 4686300"/>
              <a:gd name="connsiteY1" fmla="*/ 0 h 5857875"/>
              <a:gd name="connsiteX2" fmla="*/ 4686300 w 4686300"/>
              <a:gd name="connsiteY2" fmla="*/ 5857875 h 5857875"/>
              <a:gd name="connsiteX3" fmla="*/ 0 w 4686300"/>
              <a:gd name="connsiteY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6300" h="5857875">
                <a:moveTo>
                  <a:pt x="0" y="0"/>
                </a:moveTo>
                <a:lnTo>
                  <a:pt x="4686300" y="0"/>
                </a:lnTo>
                <a:lnTo>
                  <a:pt x="4686300" y="5857875"/>
                </a:lnTo>
                <a:lnTo>
                  <a:pt x="0" y="5857875"/>
                </a:ln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058A9B94-B8B7-549A-F634-B6D302E8042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02969" y="152787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318935C-504B-64C0-6D83-336A36FE307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44222" y="152787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F38A1415-5A99-389D-191F-638FED596B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6D4040-3E68-B7C2-C5C1-10640F3C0E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8C3A3EE0-66A4-C2D4-FB8C-46E853027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00C8118F-E53B-9B4F-425A-5A55C8D57DC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86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EE9DFEFB-081D-DB9E-831F-C6FB34900F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62860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1C315652-4B08-C9A0-A575-AE54838E4F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02388" y="6604000"/>
            <a:ext cx="3613944" cy="247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210E95A5-B30D-0775-A571-89131BB8104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43424" y="691930"/>
            <a:ext cx="3331766" cy="5912071"/>
          </a:xfrm>
          <a:prstGeom prst="round2SameRect">
            <a:avLst>
              <a:gd name="adj1" fmla="val 10092"/>
              <a:gd name="adj2" fmla="val 0"/>
            </a:avLst>
          </a:pr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stories_template_4.png" descr="stories_template_4.png">
            <a:extLst>
              <a:ext uri="{FF2B5EF4-FFF2-40B4-BE49-F238E27FC236}">
                <a16:creationId xmlns:a16="http://schemas.microsoft.com/office/drawing/2014/main" id="{51DA3386-E1E5-A578-8D51-C8A08434C1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6604000" y="835025"/>
            <a:ext cx="3210719" cy="450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238888B-292E-F0BB-3ACD-EA0FA600F5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15"/>
          <a:stretch>
            <a:fillRect/>
          </a:stretch>
        </p:blipFill>
        <p:spPr bwMode="auto">
          <a:xfrm>
            <a:off x="6379369" y="556419"/>
            <a:ext cx="3659981" cy="604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0F253BE3-88D1-C6F9-7DC2-3D9E380DD7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9" b="19"/>
          <a:stretch>
            <a:fillRect/>
          </a:stretch>
        </p:blipFill>
        <p:spPr>
          <a:xfrm>
            <a:off x="6668006" y="1360530"/>
            <a:ext cx="265510" cy="265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cubicBezTo>
                  <a:pt x="0" y="13564"/>
                  <a:pt x="1055" y="16327"/>
                  <a:pt x="3164" y="18436"/>
                </a:cubicBezTo>
                <a:cubicBezTo>
                  <a:pt x="5273" y="20545"/>
                  <a:pt x="8036" y="21600"/>
                  <a:pt x="10800" y="21600"/>
                </a:cubicBez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58D69B08-D43B-129B-5B35-3921A46062E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74791" y="1423805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464E89-0E1B-3711-8E05-BB60CC61F7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31DDB13-2C67-44D2-480F-F88474F700E3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7" name="Title 11">
            <a:extLst>
              <a:ext uri="{FF2B5EF4-FFF2-40B4-BE49-F238E27FC236}">
                <a16:creationId xmlns:a16="http://schemas.microsoft.com/office/drawing/2014/main" id="{B53A987E-06E1-BCE4-347B-993F6F14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8" name="Text Placeholder 54">
            <a:extLst>
              <a:ext uri="{FF2B5EF4-FFF2-40B4-BE49-F238E27FC236}">
                <a16:creationId xmlns:a16="http://schemas.microsoft.com/office/drawing/2014/main" id="{6FC5F324-6EC7-5EC1-7EBB-0CBC275C474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789222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EE9DFEFB-081D-DB9E-831F-C6FB34900F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210E95A5-B30D-0775-A571-89131BB8104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43424" y="691930"/>
            <a:ext cx="3331766" cy="5912071"/>
          </a:xfrm>
          <a:prstGeom prst="round2SameRect">
            <a:avLst>
              <a:gd name="adj1" fmla="val 10092"/>
              <a:gd name="adj2" fmla="val 0"/>
            </a:avLst>
          </a:pr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stories_template_4.png" descr="stories_template_4.png">
            <a:extLst>
              <a:ext uri="{FF2B5EF4-FFF2-40B4-BE49-F238E27FC236}">
                <a16:creationId xmlns:a16="http://schemas.microsoft.com/office/drawing/2014/main" id="{51DA3386-E1E5-A578-8D51-C8A08434C1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6604000" y="835025"/>
            <a:ext cx="3210719" cy="450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238888B-292E-F0BB-3ACD-EA0FA600F5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15"/>
          <a:stretch>
            <a:fillRect/>
          </a:stretch>
        </p:blipFill>
        <p:spPr bwMode="auto">
          <a:xfrm>
            <a:off x="6379369" y="556419"/>
            <a:ext cx="3659981" cy="604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0F253BE3-88D1-C6F9-7DC2-3D9E380DD7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9" b="19"/>
          <a:stretch>
            <a:fillRect/>
          </a:stretch>
        </p:blipFill>
        <p:spPr>
          <a:xfrm>
            <a:off x="6668006" y="1360530"/>
            <a:ext cx="265510" cy="265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cubicBezTo>
                  <a:pt x="0" y="13564"/>
                  <a:pt x="1055" y="16327"/>
                  <a:pt x="3164" y="18436"/>
                </a:cubicBezTo>
                <a:cubicBezTo>
                  <a:pt x="5273" y="20545"/>
                  <a:pt x="8036" y="21600"/>
                  <a:pt x="10800" y="21600"/>
                </a:cubicBez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58D69B08-D43B-129B-5B35-3921A46062E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74791" y="1423805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76E618CC-A7A7-F672-B0AC-B09F422B774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55F138C-575E-2A64-31AF-98173F28C8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2F461717-72AA-51B8-1D98-695F20C00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38D42D20-9421-A963-3E31-0AFD4F153B7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6381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AD55F637-DBFD-D4F3-0897-D3B48E2260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B94432BD-A522-6D3D-789B-682EC5B917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32825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6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6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4" y="0"/>
                  <a:pt x="4423826" y="0"/>
                  <a:pt x="4486136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6" y="10180655"/>
                </a:cubicBezTo>
                <a:cubicBezTo>
                  <a:pt x="4423826" y="10206644"/>
                  <a:pt x="4329924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9" name="stories_template_4.png" descr="stories_template_4.png">
            <a:extLst>
              <a:ext uri="{FF2B5EF4-FFF2-40B4-BE49-F238E27FC236}">
                <a16:creationId xmlns:a16="http://schemas.microsoft.com/office/drawing/2014/main" id="{47E4C10D-EF1C-9CE4-FF7C-E98F791579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7092157" y="977900"/>
            <a:ext cx="2266950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995AAB59-40AE-3D01-7158-DDA802575B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DA9924C1-EAD2-28EC-83A5-2904E41E100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3" b="13"/>
          <a:stretch>
            <a:fillRect/>
          </a:stretch>
        </p:blipFill>
        <p:spPr>
          <a:xfrm>
            <a:off x="7137397" y="1349483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DDD2836-C713-F835-EFDE-7CA818DCA3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36741" y="1373765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47F34-E67F-A669-2BF1-CD0EA5B0F09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257D31C-A72E-4E74-BD9A-159F331741BD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39191F17-2985-413B-1EBB-A2C13B18B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087ED5CA-6507-3E74-4646-2B6FBAA902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48617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AD55F637-DBFD-D4F3-0897-D3B48E2260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B94432BD-A522-6D3D-789B-682EC5B917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32825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6 w 4705748"/>
              <a:gd name="connsiteY2" fmla="*/ 25989 h 10206644"/>
              <a:gd name="connsiteX3" fmla="*/ 4679822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2 w 4705748"/>
              <a:gd name="connsiteY6" fmla="*/ 9986918 h 10206644"/>
              <a:gd name="connsiteX7" fmla="*/ 4486136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4" y="0"/>
                  <a:pt x="4423826" y="0"/>
                  <a:pt x="4486136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6" y="10180655"/>
                </a:cubicBezTo>
                <a:cubicBezTo>
                  <a:pt x="4423826" y="10206644"/>
                  <a:pt x="4329924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ACB2BB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995AAB59-40AE-3D01-7158-DDA802575B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DA9924C1-EAD2-28EC-83A5-2904E41E1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3" b="13"/>
          <a:stretch>
            <a:fillRect/>
          </a:stretch>
        </p:blipFill>
        <p:spPr>
          <a:xfrm>
            <a:off x="7137397" y="1349483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pic>
        <p:nvPicPr>
          <p:cNvPr id="9" name="stories_template_4.png" descr="stories_template_4.png">
            <a:extLst>
              <a:ext uri="{FF2B5EF4-FFF2-40B4-BE49-F238E27FC236}">
                <a16:creationId xmlns:a16="http://schemas.microsoft.com/office/drawing/2014/main" id="{47E4C10D-EF1C-9CE4-FF7C-E98F791579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7092157" y="977900"/>
            <a:ext cx="2266950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DDD2836-C713-F835-EFDE-7CA818DCA3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36741" y="1373765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BB9778AC-3B29-3183-E78F-B2838AFEFCA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73E4C9D-EB5D-8158-D6ED-0498C0F2902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1396E21E-BA8C-FEED-F3C1-05812411E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C9FFC1AA-1386-A245-F71F-CFB1F62964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155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">
            <a:extLst>
              <a:ext uri="{FF2B5EF4-FFF2-40B4-BE49-F238E27FC236}">
                <a16:creationId xmlns:a16="http://schemas.microsoft.com/office/drawing/2014/main" id="{2D13C5F1-62A1-F4B3-CF4F-B2CFAA1F38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62860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E6ACFD1E-7B2F-BB14-105A-49F9DCABEF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32825" y="877339"/>
            <a:ext cx="2352875" cy="4592436"/>
          </a:xfrm>
          <a:prstGeom prst="rect">
            <a:avLst/>
          </a:prstGeom>
          <a:solidFill>
            <a:srgbClr val="9BA2A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9501C538-38C9-2471-14C6-3D3ECBE11C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58" t="4665" r="4694" b="4694"/>
          <a:stretch>
            <a:fillRect/>
          </a:stretch>
        </p:blipFill>
        <p:spPr>
          <a:xfrm>
            <a:off x="9038400" y="3054236"/>
            <a:ext cx="310410" cy="310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20594" extrusionOk="0">
                <a:moveTo>
                  <a:pt x="9839" y="0"/>
                </a:moveTo>
                <a:cubicBezTo>
                  <a:pt x="7320" y="0"/>
                  <a:pt x="4804" y="1004"/>
                  <a:pt x="2882" y="3015"/>
                </a:cubicBezTo>
                <a:cubicBezTo>
                  <a:pt x="-961" y="7038"/>
                  <a:pt x="-961" y="13555"/>
                  <a:pt x="2882" y="17577"/>
                </a:cubicBezTo>
                <a:cubicBezTo>
                  <a:pt x="6726" y="21600"/>
                  <a:pt x="12952" y="21600"/>
                  <a:pt x="16796" y="17577"/>
                </a:cubicBezTo>
                <a:cubicBezTo>
                  <a:pt x="20639" y="13555"/>
                  <a:pt x="20639" y="7038"/>
                  <a:pt x="16796" y="3015"/>
                </a:cubicBezTo>
                <a:cubicBezTo>
                  <a:pt x="14874" y="1004"/>
                  <a:pt x="12358" y="0"/>
                  <a:pt x="9839" y="0"/>
                </a:cubicBezTo>
                <a:close/>
              </a:path>
            </a:pathLst>
          </a:custGeom>
        </p:spPr>
      </p:pic>
      <p:grpSp>
        <p:nvGrpSpPr>
          <p:cNvPr id="18" name="Group">
            <a:extLst>
              <a:ext uri="{FF2B5EF4-FFF2-40B4-BE49-F238E27FC236}">
                <a16:creationId xmlns:a16="http://schemas.microsoft.com/office/drawing/2014/main" id="{CE0F5656-03F9-E0C3-1E65-6BFB46DE26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10253" y="3262313"/>
            <a:ext cx="166712" cy="235321"/>
            <a:chOff x="-23071" y="0"/>
            <a:chExt cx="333819" cy="470754"/>
          </a:xfrm>
        </p:grpSpPr>
        <p:sp>
          <p:nvSpPr>
            <p:cNvPr id="19" name="Circle">
              <a:extLst>
                <a:ext uri="{FF2B5EF4-FFF2-40B4-BE49-F238E27FC236}">
                  <a16:creationId xmlns:a16="http://schemas.microsoft.com/office/drawing/2014/main" id="{27F5D181-EAEE-071D-F40B-F503F468F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579"/>
              <a:ext cx="287680" cy="287680"/>
            </a:xfrm>
            <a:prstGeom prst="ellipse">
              <a:avLst/>
            </a:prstGeom>
            <a:solidFill>
              <a:srgbClr val="D8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8001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14097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20193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26289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30861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35433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40005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44577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eaLnBrk="1">
                <a:lnSpc>
                  <a:spcPct val="100000"/>
                </a:lnSpc>
                <a:buSzTx/>
                <a:buFontTx/>
                <a:buNone/>
              </a:pPr>
              <a:endParaRPr lang="en-US" altLang="en-US" sz="160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+">
              <a:extLst>
                <a:ext uri="{FF2B5EF4-FFF2-40B4-BE49-F238E27FC236}">
                  <a16:creationId xmlns:a16="http://schemas.microsoft.com/office/drawing/2014/main" id="{3748C643-8372-AA6A-AE8F-0C63EAE75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71" y="0"/>
              <a:ext cx="333819" cy="470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50800" tIns="50800" rIns="50800" bIns="50800">
              <a:spAutoFit/>
            </a:bodyPr>
            <a:lstStyle/>
            <a:p>
              <a:pPr algn="ctr" eaLnBrk="1">
                <a:lnSpc>
                  <a:spcPct val="110000"/>
                </a:lnSpc>
              </a:pPr>
              <a:r>
                <a:rPr lang="en-US" altLang="en-US" sz="850">
                  <a:solidFill>
                    <a:schemeClr val="bg1"/>
                  </a:solidFill>
                  <a:latin typeface="Helvetica" pitchFamily="2" charset="0"/>
                </a:rPr>
                <a:t>+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0783890-8F24-1049-60D5-31E773E90EBD}"/>
              </a:ext>
            </a:extLst>
          </p:cNvPr>
          <p:cNvGrpSpPr/>
          <p:nvPr userDrawn="1"/>
        </p:nvGrpSpPr>
        <p:grpSpPr>
          <a:xfrm>
            <a:off x="6917037" y="763556"/>
            <a:ext cx="2584450" cy="5294313"/>
            <a:chOff x="7781810" y="1563688"/>
            <a:chExt cx="5168900" cy="10588625"/>
          </a:xfrm>
        </p:grpSpPr>
        <p:pic>
          <p:nvPicPr>
            <p:cNvPr id="4" name="TIKTOK_POST.png" descr="TIKTOK_POST.png">
              <a:extLst>
                <a:ext uri="{FF2B5EF4-FFF2-40B4-BE49-F238E27FC236}">
                  <a16:creationId xmlns:a16="http://schemas.microsoft.com/office/drawing/2014/main" id="{EFF3C722-0DA3-15C8-2E69-030A992F86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82" r="85"/>
            <a:stretch>
              <a:fillRect/>
            </a:stretch>
          </p:blipFill>
          <p:spPr>
            <a:xfrm>
              <a:off x="8013386" y="1754678"/>
              <a:ext cx="4705748" cy="10206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2443" y="0"/>
                  </a:moveTo>
                  <a:cubicBezTo>
                    <a:pt x="1726" y="0"/>
                    <a:pt x="1296" y="0"/>
                    <a:pt x="1009" y="55"/>
                  </a:cubicBezTo>
                  <a:cubicBezTo>
                    <a:pt x="596" y="125"/>
                    <a:pt x="271" y="275"/>
                    <a:pt x="120" y="465"/>
                  </a:cubicBezTo>
                  <a:cubicBezTo>
                    <a:pt x="1" y="597"/>
                    <a:pt x="0" y="796"/>
                    <a:pt x="0" y="1126"/>
                  </a:cubicBezTo>
                  <a:lnTo>
                    <a:pt x="0" y="20474"/>
                  </a:lnTo>
                  <a:cubicBezTo>
                    <a:pt x="0" y="20804"/>
                    <a:pt x="1" y="21003"/>
                    <a:pt x="120" y="21135"/>
                  </a:cubicBezTo>
                  <a:cubicBezTo>
                    <a:pt x="271" y="21325"/>
                    <a:pt x="596" y="21475"/>
                    <a:pt x="1009" y="21545"/>
                  </a:cubicBezTo>
                  <a:cubicBezTo>
                    <a:pt x="1296" y="21600"/>
                    <a:pt x="1726" y="21600"/>
                    <a:pt x="2443" y="21600"/>
                  </a:cubicBezTo>
                  <a:lnTo>
                    <a:pt x="19158" y="21600"/>
                  </a:lnTo>
                  <a:cubicBezTo>
                    <a:pt x="19874" y="21600"/>
                    <a:pt x="20305" y="21600"/>
                    <a:pt x="20591" y="21545"/>
                  </a:cubicBezTo>
                  <a:cubicBezTo>
                    <a:pt x="21005" y="21475"/>
                    <a:pt x="21330" y="21325"/>
                    <a:pt x="21480" y="21135"/>
                  </a:cubicBezTo>
                  <a:cubicBezTo>
                    <a:pt x="21600" y="21003"/>
                    <a:pt x="21599" y="20804"/>
                    <a:pt x="21599" y="20474"/>
                  </a:cubicBezTo>
                  <a:lnTo>
                    <a:pt x="21599" y="1126"/>
                  </a:lnTo>
                  <a:cubicBezTo>
                    <a:pt x="21599" y="796"/>
                    <a:pt x="21600" y="597"/>
                    <a:pt x="21480" y="465"/>
                  </a:cubicBezTo>
                  <a:cubicBezTo>
                    <a:pt x="21330" y="275"/>
                    <a:pt x="21005" y="125"/>
                    <a:pt x="20591" y="55"/>
                  </a:cubicBezTo>
                  <a:cubicBezTo>
                    <a:pt x="20305" y="0"/>
                    <a:pt x="19874" y="0"/>
                    <a:pt x="19158" y="0"/>
                  </a:cubicBezTo>
                  <a:lnTo>
                    <a:pt x="2443" y="0"/>
                  </a:ln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125F63E9-75B8-0CC9-0D3C-6100A85F4CE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1810" y="1563688"/>
              <a:ext cx="5168900" cy="1058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D1191CE-CC26-D5AE-6D2D-1678DA241F5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99179" y="477367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CBEB5E9B-BA03-5731-5CBE-FB58A8C142C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99178" y="4909402"/>
            <a:ext cx="1646359" cy="24044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F269DD75-6F4A-D0CD-42DB-BA449DF1013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15067" y="524992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Song - @artist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19D8E8-5A71-2156-9F95-0C6C55A72F5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50389" y="3822984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9910C211-FF8A-3318-CC95-FD62B843D51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50389" y="43067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1ED89C22-73EF-0C4C-FD84-3971595FB9A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50389" y="47893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CD42E-6C4C-FE55-C9E7-064999FBE8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C8648A-7B41-BAA5-6A27-E1129E47FCE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6776996D-6F41-7C3A-D7E9-323E5BBD4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1" name="Text Placeholder 54">
            <a:extLst>
              <a:ext uri="{FF2B5EF4-FFF2-40B4-BE49-F238E27FC236}">
                <a16:creationId xmlns:a16="http://schemas.microsoft.com/office/drawing/2014/main" id="{C22ADB20-5A08-4D0E-3B60-4CA9C06F654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71112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">
            <a:extLst>
              <a:ext uri="{FF2B5EF4-FFF2-40B4-BE49-F238E27FC236}">
                <a16:creationId xmlns:a16="http://schemas.microsoft.com/office/drawing/2014/main" id="{2D13C5F1-62A1-F4B3-CF4F-B2CFAA1F38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" name="Picture Placeholder 25">
            <a:extLst>
              <a:ext uri="{FF2B5EF4-FFF2-40B4-BE49-F238E27FC236}">
                <a16:creationId xmlns:a16="http://schemas.microsoft.com/office/drawing/2014/main" id="{0BE9B732-805E-CEEA-55F8-0FFAE9001BB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32825" y="877339"/>
            <a:ext cx="2352875" cy="4664274"/>
          </a:xfrm>
          <a:custGeom>
            <a:avLst/>
            <a:gdLst>
              <a:gd name="connsiteX0" fmla="*/ 303506 w 4705749"/>
              <a:gd name="connsiteY0" fmla="*/ 0 h 9328548"/>
              <a:gd name="connsiteX1" fmla="*/ 4402461 w 4705749"/>
              <a:gd name="connsiteY1" fmla="*/ 0 h 9328548"/>
              <a:gd name="connsiteX2" fmla="*/ 4580251 w 4705749"/>
              <a:gd name="connsiteY2" fmla="*/ 14684 h 9328548"/>
              <a:gd name="connsiteX3" fmla="*/ 4691151 w 4705749"/>
              <a:gd name="connsiteY3" fmla="*/ 125676 h 9328548"/>
              <a:gd name="connsiteX4" fmla="*/ 4705749 w 4705749"/>
              <a:gd name="connsiteY4" fmla="*/ 303610 h 9328548"/>
              <a:gd name="connsiteX5" fmla="*/ 4705749 w 4705749"/>
              <a:gd name="connsiteY5" fmla="*/ 9024938 h 9328548"/>
              <a:gd name="connsiteX6" fmla="*/ 4691151 w 4705749"/>
              <a:gd name="connsiteY6" fmla="*/ 9203304 h 9328548"/>
              <a:gd name="connsiteX7" fmla="*/ 4580251 w 4705749"/>
              <a:gd name="connsiteY7" fmla="*/ 9313432 h 9328548"/>
              <a:gd name="connsiteX8" fmla="*/ 4402461 w 4705749"/>
              <a:gd name="connsiteY8" fmla="*/ 9328548 h 9328548"/>
              <a:gd name="connsiteX9" fmla="*/ 303506 w 4705749"/>
              <a:gd name="connsiteY9" fmla="*/ 9328548 h 9328548"/>
              <a:gd name="connsiteX10" fmla="*/ 125281 w 4705749"/>
              <a:gd name="connsiteY10" fmla="*/ 9313432 h 9328548"/>
              <a:gd name="connsiteX11" fmla="*/ 14599 w 4705749"/>
              <a:gd name="connsiteY11" fmla="*/ 9203304 h 9328548"/>
              <a:gd name="connsiteX12" fmla="*/ 1 w 4705749"/>
              <a:gd name="connsiteY12" fmla="*/ 9024938 h 9328548"/>
              <a:gd name="connsiteX13" fmla="*/ 1 w 4705749"/>
              <a:gd name="connsiteY13" fmla="*/ 303610 h 9328548"/>
              <a:gd name="connsiteX14" fmla="*/ 14599 w 4705749"/>
              <a:gd name="connsiteY14" fmla="*/ 125676 h 9328548"/>
              <a:gd name="connsiteX15" fmla="*/ 125281 w 4705749"/>
              <a:gd name="connsiteY15" fmla="*/ 14684 h 9328548"/>
              <a:gd name="connsiteX16" fmla="*/ 303506 w 4705749"/>
              <a:gd name="connsiteY16" fmla="*/ 0 h 932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9" h="9328548">
                <a:moveTo>
                  <a:pt x="303506" y="0"/>
                </a:moveTo>
                <a:lnTo>
                  <a:pt x="4402461" y="0"/>
                </a:lnTo>
                <a:cubicBezTo>
                  <a:pt x="4491575" y="0"/>
                  <a:pt x="4544737" y="0"/>
                  <a:pt x="4580251" y="14684"/>
                </a:cubicBezTo>
                <a:cubicBezTo>
                  <a:pt x="4631671" y="33687"/>
                  <a:pt x="4672413" y="74283"/>
                  <a:pt x="4691151" y="125676"/>
                </a:cubicBezTo>
                <a:cubicBezTo>
                  <a:pt x="4705967" y="161090"/>
                  <a:pt x="4705749" y="214643"/>
                  <a:pt x="4705749" y="303610"/>
                </a:cubicBezTo>
                <a:lnTo>
                  <a:pt x="4705749" y="9024938"/>
                </a:lnTo>
                <a:cubicBezTo>
                  <a:pt x="4705749" y="9113905"/>
                  <a:pt x="4705967" y="9167458"/>
                  <a:pt x="4691151" y="9203304"/>
                </a:cubicBezTo>
                <a:cubicBezTo>
                  <a:pt x="4672413" y="9254697"/>
                  <a:pt x="4631671" y="9294862"/>
                  <a:pt x="4580251" y="9313432"/>
                </a:cubicBezTo>
                <a:cubicBezTo>
                  <a:pt x="4544737" y="9328548"/>
                  <a:pt x="4491575" y="9328548"/>
                  <a:pt x="4402461" y="9328548"/>
                </a:cubicBezTo>
                <a:lnTo>
                  <a:pt x="303506" y="9328548"/>
                </a:lnTo>
                <a:cubicBezTo>
                  <a:pt x="214394" y="9328548"/>
                  <a:pt x="161013" y="9328548"/>
                  <a:pt x="125281" y="9313432"/>
                </a:cubicBezTo>
                <a:cubicBezTo>
                  <a:pt x="74080" y="9294862"/>
                  <a:pt x="33336" y="9254697"/>
                  <a:pt x="14599" y="9203304"/>
                </a:cubicBezTo>
                <a:cubicBezTo>
                  <a:pt x="-217" y="9167458"/>
                  <a:pt x="1" y="9113905"/>
                  <a:pt x="1" y="9024938"/>
                </a:cubicBezTo>
                <a:lnTo>
                  <a:pt x="1" y="303610"/>
                </a:lnTo>
                <a:cubicBezTo>
                  <a:pt x="1" y="214643"/>
                  <a:pt x="-217" y="161090"/>
                  <a:pt x="14599" y="125676"/>
                </a:cubicBezTo>
                <a:cubicBezTo>
                  <a:pt x="33336" y="74283"/>
                  <a:pt x="74080" y="33687"/>
                  <a:pt x="125281" y="14684"/>
                </a:cubicBezTo>
                <a:cubicBezTo>
                  <a:pt x="161013" y="0"/>
                  <a:pt x="214394" y="0"/>
                  <a:pt x="303506" y="0"/>
                </a:cubicBezTo>
                <a:close/>
              </a:path>
            </a:pathLst>
          </a:custGeom>
          <a:solidFill>
            <a:srgbClr val="9BA2A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02EB09D-A8B0-77FB-1589-6BE63E862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58" t="4665" r="4694" b="4694"/>
          <a:stretch>
            <a:fillRect/>
          </a:stretch>
        </p:blipFill>
        <p:spPr>
          <a:xfrm>
            <a:off x="9038400" y="3054236"/>
            <a:ext cx="310410" cy="310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20594" extrusionOk="0">
                <a:moveTo>
                  <a:pt x="9839" y="0"/>
                </a:moveTo>
                <a:cubicBezTo>
                  <a:pt x="7320" y="0"/>
                  <a:pt x="4804" y="1004"/>
                  <a:pt x="2882" y="3015"/>
                </a:cubicBezTo>
                <a:cubicBezTo>
                  <a:pt x="-961" y="7038"/>
                  <a:pt x="-961" y="13555"/>
                  <a:pt x="2882" y="17577"/>
                </a:cubicBezTo>
                <a:cubicBezTo>
                  <a:pt x="6726" y="21600"/>
                  <a:pt x="12952" y="21600"/>
                  <a:pt x="16796" y="17577"/>
                </a:cubicBezTo>
                <a:cubicBezTo>
                  <a:pt x="20639" y="13555"/>
                  <a:pt x="20639" y="7038"/>
                  <a:pt x="16796" y="3015"/>
                </a:cubicBezTo>
                <a:cubicBezTo>
                  <a:pt x="14874" y="1004"/>
                  <a:pt x="12358" y="0"/>
                  <a:pt x="9839" y="0"/>
                </a:cubicBezTo>
                <a:close/>
              </a:path>
            </a:pathLst>
          </a:cu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45C56E9D-582A-2375-903B-CC10721B11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10253" y="3262313"/>
            <a:ext cx="166712" cy="235321"/>
            <a:chOff x="-23071" y="0"/>
            <a:chExt cx="333819" cy="470754"/>
          </a:xfrm>
        </p:grpSpPr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64E439D9-990D-0ABC-6BA3-EA6AA4B43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579"/>
              <a:ext cx="287680" cy="287680"/>
            </a:xfrm>
            <a:prstGeom prst="ellipse">
              <a:avLst/>
            </a:prstGeom>
            <a:solidFill>
              <a:srgbClr val="D8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8001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14097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20193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26289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30861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35433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40005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44577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eaLnBrk="1">
                <a:lnSpc>
                  <a:spcPct val="100000"/>
                </a:lnSpc>
                <a:buSzTx/>
                <a:buFontTx/>
                <a:buNone/>
              </a:pPr>
              <a:endParaRPr lang="en-US" altLang="en-US" sz="160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+">
              <a:extLst>
                <a:ext uri="{FF2B5EF4-FFF2-40B4-BE49-F238E27FC236}">
                  <a16:creationId xmlns:a16="http://schemas.microsoft.com/office/drawing/2014/main" id="{8DFCA329-6FF3-1E6D-8DC6-5D86B9CE2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71" y="0"/>
              <a:ext cx="333819" cy="470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50800" tIns="50800" rIns="50800" bIns="50800">
              <a:spAutoFit/>
            </a:bodyPr>
            <a:lstStyle/>
            <a:p>
              <a:pPr algn="ctr" eaLnBrk="1">
                <a:lnSpc>
                  <a:spcPct val="110000"/>
                </a:lnSpc>
              </a:pPr>
              <a:r>
                <a:rPr lang="en-US" altLang="en-US" sz="850">
                  <a:solidFill>
                    <a:schemeClr val="bg1"/>
                  </a:solidFill>
                  <a:latin typeface="Helvetica" pitchFamily="2" charset="0"/>
                </a:rPr>
                <a:t>+</a:t>
              </a:r>
            </a:p>
          </p:txBody>
        </p:sp>
      </p:grp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05C68249-38A7-6C7C-34AE-746E1842147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99179" y="4773671"/>
            <a:ext cx="1631509" cy="138959"/>
          </a:xfrm>
        </p:spPr>
        <p:txBody>
          <a:bodyPr anchor="ctr"/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D4A6607F-3826-A278-A203-DC820E17EA4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99178" y="4909402"/>
            <a:ext cx="1646359" cy="240448"/>
          </a:xfrm>
        </p:spPr>
        <p:txBody>
          <a:bodyPr anchor="ctr">
            <a:norm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A1DA94AB-EC8B-EA62-D5CB-407EEA5742D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15067" y="5249921"/>
            <a:ext cx="1631509" cy="138959"/>
          </a:xfrm>
        </p:spPr>
        <p:txBody>
          <a:bodyPr anchor="ctr">
            <a:norm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Song - @artist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48E909F6-A017-7401-326B-6618D499483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50389" y="3822984"/>
            <a:ext cx="286433" cy="1389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3EFD1A69-1D46-009B-A178-95D98C240DD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50389" y="4306748"/>
            <a:ext cx="286433" cy="1389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D4B2A54-FF20-1548-7F5A-F1A2DE2C6B4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50389" y="4789348"/>
            <a:ext cx="286433" cy="1389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F1A52202-635D-B5AA-784A-9E193AF2B8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037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4" descr="TIKTOK_POST.png">
            <a:extLst>
              <a:ext uri="{FF2B5EF4-FFF2-40B4-BE49-F238E27FC236}">
                <a16:creationId xmlns:a16="http://schemas.microsoft.com/office/drawing/2014/main" id="{769DDE93-E33F-4C5B-AB3F-FBAF3A59A1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82" r="85"/>
          <a:stretch>
            <a:fillRect/>
          </a:stretch>
        </p:blipFill>
        <p:spPr>
          <a:xfrm>
            <a:off x="7032825" y="877339"/>
            <a:ext cx="2352874" cy="5103322"/>
          </a:xfrm>
          <a:custGeom>
            <a:avLst/>
            <a:gdLst>
              <a:gd name="connsiteX0" fmla="*/ 1396023 w 4705748"/>
              <a:gd name="connsiteY0" fmla="*/ 2335184 h 10206644"/>
              <a:gd name="connsiteX1" fmla="*/ 1396023 w 4705748"/>
              <a:gd name="connsiteY1" fmla="*/ 6724304 h 10206644"/>
              <a:gd name="connsiteX2" fmla="*/ 3424328 w 4705748"/>
              <a:gd name="connsiteY2" fmla="*/ 6724304 h 10206644"/>
              <a:gd name="connsiteX3" fmla="*/ 3424328 w 4705748"/>
              <a:gd name="connsiteY3" fmla="*/ 2335184 h 10206644"/>
              <a:gd name="connsiteX4" fmla="*/ 532253 w 4705748"/>
              <a:gd name="connsiteY4" fmla="*/ 0 h 10206644"/>
              <a:gd name="connsiteX5" fmla="*/ 4173930 w 4705748"/>
              <a:gd name="connsiteY5" fmla="*/ 0 h 10206644"/>
              <a:gd name="connsiteX6" fmla="*/ 4486136 w 4705748"/>
              <a:gd name="connsiteY6" fmla="*/ 25989 h 10206644"/>
              <a:gd name="connsiteX7" fmla="*/ 4679822 w 4705748"/>
              <a:gd name="connsiteY7" fmla="*/ 219727 h 10206644"/>
              <a:gd name="connsiteX8" fmla="*/ 4705748 w 4705748"/>
              <a:gd name="connsiteY8" fmla="*/ 532069 h 10206644"/>
              <a:gd name="connsiteX9" fmla="*/ 4705748 w 4705748"/>
              <a:gd name="connsiteY9" fmla="*/ 9674575 h 10206644"/>
              <a:gd name="connsiteX10" fmla="*/ 4679822 w 4705748"/>
              <a:gd name="connsiteY10" fmla="*/ 9986918 h 10206644"/>
              <a:gd name="connsiteX11" fmla="*/ 4486136 w 4705748"/>
              <a:gd name="connsiteY11" fmla="*/ 10180655 h 10206644"/>
              <a:gd name="connsiteX12" fmla="*/ 4173930 w 4705748"/>
              <a:gd name="connsiteY12" fmla="*/ 10206644 h 10206644"/>
              <a:gd name="connsiteX13" fmla="*/ 532253 w 4705748"/>
              <a:gd name="connsiteY13" fmla="*/ 10206644 h 10206644"/>
              <a:gd name="connsiteX14" fmla="*/ 219830 w 4705748"/>
              <a:gd name="connsiteY14" fmla="*/ 10180655 h 10206644"/>
              <a:gd name="connsiteX15" fmla="*/ 26144 w 4705748"/>
              <a:gd name="connsiteY15" fmla="*/ 9986918 h 10206644"/>
              <a:gd name="connsiteX16" fmla="*/ 0 w 4705748"/>
              <a:gd name="connsiteY16" fmla="*/ 9674575 h 10206644"/>
              <a:gd name="connsiteX17" fmla="*/ 0 w 4705748"/>
              <a:gd name="connsiteY17" fmla="*/ 532069 h 10206644"/>
              <a:gd name="connsiteX18" fmla="*/ 26144 w 4705748"/>
              <a:gd name="connsiteY18" fmla="*/ 219727 h 10206644"/>
              <a:gd name="connsiteX19" fmla="*/ 219830 w 4705748"/>
              <a:gd name="connsiteY19" fmla="*/ 25989 h 10206644"/>
              <a:gd name="connsiteX20" fmla="*/ 532253 w 4705748"/>
              <a:gd name="connsiteY20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705748" h="10206644">
                <a:moveTo>
                  <a:pt x="1396023" y="2335184"/>
                </a:moveTo>
                <a:lnTo>
                  <a:pt x="1396023" y="6724304"/>
                </a:lnTo>
                <a:lnTo>
                  <a:pt x="3424328" y="6724304"/>
                </a:lnTo>
                <a:lnTo>
                  <a:pt x="3424328" y="2335184"/>
                </a:lnTo>
                <a:close/>
                <a:moveTo>
                  <a:pt x="532253" y="0"/>
                </a:moveTo>
                <a:lnTo>
                  <a:pt x="4173930" y="0"/>
                </a:lnTo>
                <a:cubicBezTo>
                  <a:pt x="4329924" y="0"/>
                  <a:pt x="4423826" y="0"/>
                  <a:pt x="4486136" y="25989"/>
                </a:cubicBezTo>
                <a:cubicBezTo>
                  <a:pt x="4576334" y="59066"/>
                  <a:pt x="4647142" y="129946"/>
                  <a:pt x="4679822" y="219727"/>
                </a:cubicBezTo>
                <a:cubicBezTo>
                  <a:pt x="4705966" y="282100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2" y="9986918"/>
                </a:cubicBezTo>
                <a:cubicBezTo>
                  <a:pt x="4647142" y="10076698"/>
                  <a:pt x="4576334" y="10147578"/>
                  <a:pt x="4486136" y="10180655"/>
                </a:cubicBezTo>
                <a:cubicBezTo>
                  <a:pt x="4423826" y="10206644"/>
                  <a:pt x="4329924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0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D02C8B8-E597-732D-7EBF-AF77A663090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9" name="Title 11">
            <a:extLst>
              <a:ext uri="{FF2B5EF4-FFF2-40B4-BE49-F238E27FC236}">
                <a16:creationId xmlns:a16="http://schemas.microsoft.com/office/drawing/2014/main" id="{42148DA6-861F-25BE-6BC2-EDDAB737F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AC5E5929-06E6-0606-41BB-5831D24447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23" name="Picture 22" descr="A black and white logo&#10;&#10;AI-generated content may be incorrect.">
            <a:extLst>
              <a:ext uri="{FF2B5EF4-FFF2-40B4-BE49-F238E27FC236}">
                <a16:creationId xmlns:a16="http://schemas.microsoft.com/office/drawing/2014/main" id="{AA59E8A5-5384-1381-B80F-DFF9110944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7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">
            <a:extLst>
              <a:ext uri="{FF2B5EF4-FFF2-40B4-BE49-F238E27FC236}">
                <a16:creationId xmlns:a16="http://schemas.microsoft.com/office/drawing/2014/main" id="{081FF36B-5EBA-EBE3-343C-5ED1946BDB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7" name="Picture Placeholder 32">
            <a:extLst>
              <a:ext uri="{FF2B5EF4-FFF2-40B4-BE49-F238E27FC236}">
                <a16:creationId xmlns:a16="http://schemas.microsoft.com/office/drawing/2014/main" id="{5D0B8202-F710-DF4C-AA7E-81F6AC86D7A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552140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Picture Placeholder 31">
            <a:extLst>
              <a:ext uri="{FF2B5EF4-FFF2-40B4-BE49-F238E27FC236}">
                <a16:creationId xmlns:a16="http://schemas.microsoft.com/office/drawing/2014/main" id="{EACF6F98-F2DA-191C-425D-3B14EA9FB95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513510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B7A375D6-67B5-9C7C-6F6E-779BDE823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155874BE-6A81-398C-5A35-9B27248741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769" y="781844"/>
            <a:ext cx="2583656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stories_template_4.png" descr="stories_template_4.png">
            <a:extLst>
              <a:ext uri="{FF2B5EF4-FFF2-40B4-BE49-F238E27FC236}">
                <a16:creationId xmlns:a16="http://schemas.microsoft.com/office/drawing/2014/main" id="{16511159-F02D-2D3D-F3AF-E26D74B238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5556250" y="977900"/>
            <a:ext cx="2266950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stories_template_4.png" descr="stories_template_4.png">
            <a:extLst>
              <a:ext uri="{FF2B5EF4-FFF2-40B4-BE49-F238E27FC236}">
                <a16:creationId xmlns:a16="http://schemas.microsoft.com/office/drawing/2014/main" id="{80363173-A787-446C-9928-DA736717C9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8594725" y="977900"/>
            <a:ext cx="2267744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48698B51-FDFA-AF53-E99D-0E8407B218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3" b="13"/>
          <a:stretch>
            <a:fillRect/>
          </a:stretch>
        </p:blipFill>
        <p:spPr>
          <a:xfrm>
            <a:off x="5601494" y="1349530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A1EA241A-149B-16AA-5DD6-8B793CDA35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3" b="13"/>
          <a:stretch>
            <a:fillRect/>
          </a:stretch>
        </p:blipFill>
        <p:spPr>
          <a:xfrm>
            <a:off x="8640125" y="1349530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2FC73A-795E-AC68-2166-0C225FBA012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89018" y="1373813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E9041D6-2CE2-CCAE-ECD4-B5FDAB389A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27648" y="1373813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AE7B5-A69E-2CA0-13F0-83140E7763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40F2CB-F27C-DA2B-5507-45CD35489526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39215C2E-A105-D524-CFD4-60C545033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754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7FBC8E68-D499-02B8-619B-4924116051D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6754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9128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">
            <a:extLst>
              <a:ext uri="{FF2B5EF4-FFF2-40B4-BE49-F238E27FC236}">
                <a16:creationId xmlns:a16="http://schemas.microsoft.com/office/drawing/2014/main" id="{081FF36B-5EBA-EBE3-343C-5ED1946BDB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6" name="Picture Placeholder 31">
            <a:extLst>
              <a:ext uri="{FF2B5EF4-FFF2-40B4-BE49-F238E27FC236}">
                <a16:creationId xmlns:a16="http://schemas.microsoft.com/office/drawing/2014/main" id="{EACF6F98-F2DA-191C-425D-3B14EA9FB95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513510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Picture Placeholder 32">
            <a:extLst>
              <a:ext uri="{FF2B5EF4-FFF2-40B4-BE49-F238E27FC236}">
                <a16:creationId xmlns:a16="http://schemas.microsoft.com/office/drawing/2014/main" id="{5D0B8202-F710-DF4C-AA7E-81F6AC86D7A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552140" y="877339"/>
            <a:ext cx="2352874" cy="5103322"/>
          </a:xfrm>
          <a:custGeom>
            <a:avLst/>
            <a:gdLst>
              <a:gd name="connsiteX0" fmla="*/ 532253 w 4705748"/>
              <a:gd name="connsiteY0" fmla="*/ 0 h 10206644"/>
              <a:gd name="connsiteX1" fmla="*/ 4173930 w 4705748"/>
              <a:gd name="connsiteY1" fmla="*/ 0 h 10206644"/>
              <a:gd name="connsiteX2" fmla="*/ 4486137 w 4705748"/>
              <a:gd name="connsiteY2" fmla="*/ 25989 h 10206644"/>
              <a:gd name="connsiteX3" fmla="*/ 4679821 w 4705748"/>
              <a:gd name="connsiteY3" fmla="*/ 219727 h 10206644"/>
              <a:gd name="connsiteX4" fmla="*/ 4705748 w 4705748"/>
              <a:gd name="connsiteY4" fmla="*/ 532069 h 10206644"/>
              <a:gd name="connsiteX5" fmla="*/ 4705748 w 4705748"/>
              <a:gd name="connsiteY5" fmla="*/ 9674575 h 10206644"/>
              <a:gd name="connsiteX6" fmla="*/ 4679821 w 4705748"/>
              <a:gd name="connsiteY6" fmla="*/ 9986918 h 10206644"/>
              <a:gd name="connsiteX7" fmla="*/ 4486137 w 4705748"/>
              <a:gd name="connsiteY7" fmla="*/ 10180655 h 10206644"/>
              <a:gd name="connsiteX8" fmla="*/ 4173930 w 4705748"/>
              <a:gd name="connsiteY8" fmla="*/ 10206644 h 10206644"/>
              <a:gd name="connsiteX9" fmla="*/ 532253 w 4705748"/>
              <a:gd name="connsiteY9" fmla="*/ 10206644 h 10206644"/>
              <a:gd name="connsiteX10" fmla="*/ 219830 w 4705748"/>
              <a:gd name="connsiteY10" fmla="*/ 10180655 h 10206644"/>
              <a:gd name="connsiteX11" fmla="*/ 26144 w 4705748"/>
              <a:gd name="connsiteY11" fmla="*/ 9986918 h 10206644"/>
              <a:gd name="connsiteX12" fmla="*/ 0 w 4705748"/>
              <a:gd name="connsiteY12" fmla="*/ 9674575 h 10206644"/>
              <a:gd name="connsiteX13" fmla="*/ 0 w 4705748"/>
              <a:gd name="connsiteY13" fmla="*/ 532069 h 10206644"/>
              <a:gd name="connsiteX14" fmla="*/ 26144 w 4705748"/>
              <a:gd name="connsiteY14" fmla="*/ 219727 h 10206644"/>
              <a:gd name="connsiteX15" fmla="*/ 219830 w 4705748"/>
              <a:gd name="connsiteY15" fmla="*/ 25989 h 10206644"/>
              <a:gd name="connsiteX16" fmla="*/ 532253 w 4705748"/>
              <a:gd name="connsiteY16" fmla="*/ 0 h 1020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05748" h="10206644">
                <a:moveTo>
                  <a:pt x="532253" y="0"/>
                </a:moveTo>
                <a:lnTo>
                  <a:pt x="4173930" y="0"/>
                </a:lnTo>
                <a:cubicBezTo>
                  <a:pt x="4329925" y="0"/>
                  <a:pt x="4423826" y="0"/>
                  <a:pt x="4486137" y="25989"/>
                </a:cubicBezTo>
                <a:cubicBezTo>
                  <a:pt x="4576334" y="59066"/>
                  <a:pt x="4647141" y="129946"/>
                  <a:pt x="4679821" y="219727"/>
                </a:cubicBezTo>
                <a:cubicBezTo>
                  <a:pt x="4705966" y="282101"/>
                  <a:pt x="4705748" y="376134"/>
                  <a:pt x="4705748" y="532069"/>
                </a:cubicBezTo>
                <a:lnTo>
                  <a:pt x="4705748" y="9674575"/>
                </a:lnTo>
                <a:cubicBezTo>
                  <a:pt x="4705748" y="9830510"/>
                  <a:pt x="4705966" y="9924544"/>
                  <a:pt x="4679821" y="9986918"/>
                </a:cubicBezTo>
                <a:cubicBezTo>
                  <a:pt x="4647141" y="10076698"/>
                  <a:pt x="4576334" y="10147578"/>
                  <a:pt x="4486137" y="10180655"/>
                </a:cubicBezTo>
                <a:cubicBezTo>
                  <a:pt x="4423826" y="10206644"/>
                  <a:pt x="4329925" y="10206644"/>
                  <a:pt x="4173930" y="10206644"/>
                </a:cubicBezTo>
                <a:lnTo>
                  <a:pt x="532253" y="10206644"/>
                </a:lnTo>
                <a:cubicBezTo>
                  <a:pt x="376042" y="10206644"/>
                  <a:pt x="282358" y="10206644"/>
                  <a:pt x="219830" y="10180655"/>
                </a:cubicBezTo>
                <a:cubicBezTo>
                  <a:pt x="129850" y="10147578"/>
                  <a:pt x="59042" y="10076698"/>
                  <a:pt x="26144" y="9986918"/>
                </a:cubicBezTo>
                <a:cubicBezTo>
                  <a:pt x="218" y="9924544"/>
                  <a:pt x="0" y="9830510"/>
                  <a:pt x="0" y="9674575"/>
                </a:cubicBezTo>
                <a:lnTo>
                  <a:pt x="0" y="532069"/>
                </a:lnTo>
                <a:cubicBezTo>
                  <a:pt x="0" y="376134"/>
                  <a:pt x="218" y="282101"/>
                  <a:pt x="26144" y="219727"/>
                </a:cubicBezTo>
                <a:cubicBezTo>
                  <a:pt x="59042" y="129946"/>
                  <a:pt x="129850" y="59066"/>
                  <a:pt x="219830" y="25989"/>
                </a:cubicBezTo>
                <a:cubicBezTo>
                  <a:pt x="282358" y="0"/>
                  <a:pt x="376042" y="0"/>
                  <a:pt x="532253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11" name="stories_template_4.png" descr="stories_template_4.png">
            <a:extLst>
              <a:ext uri="{FF2B5EF4-FFF2-40B4-BE49-F238E27FC236}">
                <a16:creationId xmlns:a16="http://schemas.microsoft.com/office/drawing/2014/main" id="{16511159-F02D-2D3D-F3AF-E26D74B238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5556250" y="977900"/>
            <a:ext cx="2266950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" name="stories_template_4.png" descr="stories_template_4.png">
            <a:extLst>
              <a:ext uri="{FF2B5EF4-FFF2-40B4-BE49-F238E27FC236}">
                <a16:creationId xmlns:a16="http://schemas.microsoft.com/office/drawing/2014/main" id="{80363173-A787-446C-9928-DA736717C9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520"/>
          <a:stretch>
            <a:fillRect/>
          </a:stretch>
        </p:blipFill>
        <p:spPr bwMode="auto">
          <a:xfrm>
            <a:off x="8594725" y="977900"/>
            <a:ext cx="2267744" cy="3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155874BE-6A81-398C-5A35-9B27248741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769" y="781844"/>
            <a:ext cx="2583656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B7A375D6-67B5-9C7C-6F6E-779BDE823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781844"/>
            <a:ext cx="2584450" cy="529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48698B51-FDFA-AF53-E99D-0E8407B218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3" b="13"/>
          <a:stretch>
            <a:fillRect/>
          </a:stretch>
        </p:blipFill>
        <p:spPr>
          <a:xfrm>
            <a:off x="5601494" y="1349530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A1EA241A-149B-16AA-5DD6-8B793CDA35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3" b="13"/>
          <a:stretch>
            <a:fillRect/>
          </a:stretch>
        </p:blipFill>
        <p:spPr>
          <a:xfrm>
            <a:off x="8640125" y="1349530"/>
            <a:ext cx="187524" cy="187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0"/>
                </a:moveTo>
                <a:cubicBezTo>
                  <a:pt x="8047" y="0"/>
                  <a:pt x="5263" y="1045"/>
                  <a:pt x="3154" y="3154"/>
                </a:cubicBezTo>
                <a:cubicBezTo>
                  <a:pt x="1045" y="5263"/>
                  <a:pt x="0" y="8047"/>
                  <a:pt x="0" y="10811"/>
                </a:cubicBezTo>
                <a:cubicBezTo>
                  <a:pt x="0" y="13576"/>
                  <a:pt x="1045" y="16337"/>
                  <a:pt x="3154" y="18446"/>
                </a:cubicBezTo>
                <a:cubicBezTo>
                  <a:pt x="5263" y="20555"/>
                  <a:pt x="8047" y="21600"/>
                  <a:pt x="10811" y="21600"/>
                </a:cubicBezTo>
                <a:cubicBezTo>
                  <a:pt x="13576" y="21600"/>
                  <a:pt x="16337" y="20555"/>
                  <a:pt x="18446" y="18446"/>
                </a:cubicBezTo>
                <a:cubicBezTo>
                  <a:pt x="20555" y="16337"/>
                  <a:pt x="21600" y="13576"/>
                  <a:pt x="21600" y="10811"/>
                </a:cubicBezTo>
                <a:cubicBezTo>
                  <a:pt x="21600" y="8047"/>
                  <a:pt x="20555" y="5263"/>
                  <a:pt x="18446" y="3154"/>
                </a:cubicBezTo>
                <a:cubicBezTo>
                  <a:pt x="16337" y="1045"/>
                  <a:pt x="13576" y="0"/>
                  <a:pt x="10811" y="0"/>
                </a:cubicBezTo>
                <a:close/>
              </a:path>
            </a:pathLst>
          </a:custGeom>
        </p:spPr>
      </p:pic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2FC73A-795E-AC68-2166-0C225FBA012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89018" y="1373813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E9041D6-2CE2-CCAE-ECD4-B5FDAB389A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27648" y="1373813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724DB69-0488-3FBB-30B6-AB58D966474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B07689-189A-4A33-F3B4-409C98C44E50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B5207D1A-C978-117E-2EF4-A47F6A55F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F4312560-2029-FB9A-A632-3D5F207C53A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56543" y="1531145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0863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4">
            <a:extLst>
              <a:ext uri="{FF2B5EF4-FFF2-40B4-BE49-F238E27FC236}">
                <a16:creationId xmlns:a16="http://schemas.microsoft.com/office/drawing/2014/main" id="{F1D957A2-126E-2BCB-0DB6-614A8E27ADE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3188" y="1585666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6058B3-7B97-5554-A335-CEBBD32514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87" y="1585666"/>
            <a:ext cx="168403" cy="16840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8A73CD6-44B4-77DB-94C2-8CA5E7BCA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87" y="2722168"/>
            <a:ext cx="168403" cy="1684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477268A-F12F-22E0-07FA-731FA977A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87" y="3858818"/>
            <a:ext cx="168403" cy="168403"/>
          </a:xfrm>
          <a:prstGeom prst="rect">
            <a:avLst/>
          </a:prstGeom>
        </p:spPr>
      </p:pic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01C4C79F-4E5B-C92A-8CD9-CE6241918EF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3188" y="2722168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18" name="Text Placeholder 54">
            <a:extLst>
              <a:ext uri="{FF2B5EF4-FFF2-40B4-BE49-F238E27FC236}">
                <a16:creationId xmlns:a16="http://schemas.microsoft.com/office/drawing/2014/main" id="{D6CE57E2-9EE7-9FE1-726F-8C2ECA7F700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3188" y="3858670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28B9F3F8-5EA8-C071-54AC-AA29DEAC49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20" name="IG_POST.png" descr="IG_POST.png">
            <a:extLst>
              <a:ext uri="{FF2B5EF4-FFF2-40B4-BE49-F238E27FC236}">
                <a16:creationId xmlns:a16="http://schemas.microsoft.com/office/drawing/2014/main" id="{0B8EE5D8-391D-17D2-50B3-7991B7FE3B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08" b="14580"/>
          <a:stretch>
            <a:fillRect/>
          </a:stretch>
        </p:blipFill>
        <p:spPr>
          <a:xfrm>
            <a:off x="6553016" y="701215"/>
            <a:ext cx="3322011" cy="6147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0" y="0"/>
                </a:moveTo>
                <a:cubicBezTo>
                  <a:pt x="1011" y="5"/>
                  <a:pt x="976" y="8"/>
                  <a:pt x="950" y="14"/>
                </a:cubicBezTo>
                <a:cubicBezTo>
                  <a:pt x="535" y="95"/>
                  <a:pt x="209" y="272"/>
                  <a:pt x="58" y="496"/>
                </a:cubicBezTo>
                <a:cubicBezTo>
                  <a:pt x="33" y="528"/>
                  <a:pt x="16" y="566"/>
                  <a:pt x="0" y="606"/>
                </a:cubicBezTo>
                <a:lnTo>
                  <a:pt x="0" y="20943"/>
                </a:lnTo>
                <a:cubicBezTo>
                  <a:pt x="16" y="20983"/>
                  <a:pt x="33" y="21020"/>
                  <a:pt x="58" y="21053"/>
                </a:cubicBezTo>
                <a:cubicBezTo>
                  <a:pt x="209" y="21277"/>
                  <a:pt x="535" y="21454"/>
                  <a:pt x="950" y="21535"/>
                </a:cubicBezTo>
                <a:cubicBezTo>
                  <a:pt x="1237" y="21600"/>
                  <a:pt x="1668" y="21600"/>
                  <a:pt x="2387" y="21600"/>
                </a:cubicBezTo>
                <a:lnTo>
                  <a:pt x="19151" y="21600"/>
                </a:lnTo>
                <a:cubicBezTo>
                  <a:pt x="19870" y="21600"/>
                  <a:pt x="20301" y="21600"/>
                  <a:pt x="20588" y="21535"/>
                </a:cubicBezTo>
                <a:cubicBezTo>
                  <a:pt x="21003" y="21454"/>
                  <a:pt x="21329" y="21277"/>
                  <a:pt x="21480" y="21053"/>
                </a:cubicBezTo>
                <a:cubicBezTo>
                  <a:pt x="21600" y="20897"/>
                  <a:pt x="21600" y="20664"/>
                  <a:pt x="21600" y="20276"/>
                </a:cubicBezTo>
                <a:lnTo>
                  <a:pt x="21600" y="1272"/>
                </a:lnTo>
                <a:cubicBezTo>
                  <a:pt x="21600" y="884"/>
                  <a:pt x="21600" y="651"/>
                  <a:pt x="21480" y="496"/>
                </a:cubicBezTo>
                <a:cubicBezTo>
                  <a:pt x="21329" y="272"/>
                  <a:pt x="21003" y="95"/>
                  <a:pt x="20588" y="14"/>
                </a:cubicBezTo>
                <a:cubicBezTo>
                  <a:pt x="20562" y="8"/>
                  <a:pt x="20527" y="5"/>
                  <a:pt x="20498" y="0"/>
                </a:cubicBezTo>
                <a:lnTo>
                  <a:pt x="104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39621AB5-2167-B187-518C-ABB7446E11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6379369" y="550863"/>
            <a:ext cx="3659188" cy="604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BC5A7681-DA33-1940-162D-0A6A7EC11F6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22" b="22"/>
          <a:stretch>
            <a:fillRect/>
          </a:stretch>
        </p:blipFill>
        <p:spPr>
          <a:xfrm>
            <a:off x="6636193" y="1568116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55E9F36D-FE53-9416-E31E-789FAE56A9C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548438" y="1943101"/>
            <a:ext cx="3321845" cy="4152107"/>
          </a:xfrm>
          <a:custGeom>
            <a:avLst/>
            <a:gdLst>
              <a:gd name="connsiteX0" fmla="*/ 0 w 6643689"/>
              <a:gd name="connsiteY0" fmla="*/ 0 h 8304213"/>
              <a:gd name="connsiteX1" fmla="*/ 6643689 w 6643689"/>
              <a:gd name="connsiteY1" fmla="*/ 0 h 8304213"/>
              <a:gd name="connsiteX2" fmla="*/ 6643689 w 6643689"/>
              <a:gd name="connsiteY2" fmla="*/ 8304213 h 8304213"/>
              <a:gd name="connsiteX3" fmla="*/ 0 w 6643689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9" h="8304213">
                <a:moveTo>
                  <a:pt x="0" y="0"/>
                </a:moveTo>
                <a:lnTo>
                  <a:pt x="6643689" y="0"/>
                </a:lnTo>
                <a:lnTo>
                  <a:pt x="6643689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55E6C1-F592-B38E-9AF9-77037CAE990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66606" y="1637642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66C185-761A-C4F5-0876-CDF11807048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BC0355-6BC0-E95B-9EEC-53231B7F28F4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1119F062-B675-CF29-6BD6-E7D305832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5581839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28B9F3F8-5EA8-C071-54AC-AA29DEAC49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73746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20" name="IG_POST.png" descr="IG_POST.png">
            <a:extLst>
              <a:ext uri="{FF2B5EF4-FFF2-40B4-BE49-F238E27FC236}">
                <a16:creationId xmlns:a16="http://schemas.microsoft.com/office/drawing/2014/main" id="{0B8EE5D8-391D-17D2-50B3-7991B7FE3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" b="17982"/>
          <a:stretch/>
        </p:blipFill>
        <p:spPr>
          <a:xfrm>
            <a:off x="6553016" y="701215"/>
            <a:ext cx="3322011" cy="5902786"/>
          </a:xfrm>
          <a:prstGeom prst="round2SameRect">
            <a:avLst>
              <a:gd name="adj1" fmla="val 10933"/>
              <a:gd name="adj2" fmla="val 0"/>
            </a:avLst>
          </a:prstGeom>
          <a:ln w="12700">
            <a:miter lim="400000"/>
          </a:ln>
        </p:spPr>
      </p:pic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39621AB5-2167-B187-518C-ABB7446E11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6379369" y="550863"/>
            <a:ext cx="3659188" cy="604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3" name="Image" descr="Image">
            <a:extLst>
              <a:ext uri="{FF2B5EF4-FFF2-40B4-BE49-F238E27FC236}">
                <a16:creationId xmlns:a16="http://schemas.microsoft.com/office/drawing/2014/main" id="{BC5A7681-DA33-1940-162D-0A6A7EC11F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22" b="22"/>
          <a:stretch>
            <a:fillRect/>
          </a:stretch>
        </p:blipFill>
        <p:spPr>
          <a:xfrm>
            <a:off x="6636193" y="1568116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55E9F36D-FE53-9416-E31E-789FAE56A9C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548438" y="1943101"/>
            <a:ext cx="3321845" cy="4152107"/>
          </a:xfrm>
          <a:custGeom>
            <a:avLst/>
            <a:gdLst>
              <a:gd name="connsiteX0" fmla="*/ 0 w 6643689"/>
              <a:gd name="connsiteY0" fmla="*/ 0 h 8304213"/>
              <a:gd name="connsiteX1" fmla="*/ 6643689 w 6643689"/>
              <a:gd name="connsiteY1" fmla="*/ 0 h 8304213"/>
              <a:gd name="connsiteX2" fmla="*/ 6643689 w 6643689"/>
              <a:gd name="connsiteY2" fmla="*/ 8304213 h 8304213"/>
              <a:gd name="connsiteX3" fmla="*/ 0 w 6643689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9" h="8304213">
                <a:moveTo>
                  <a:pt x="0" y="0"/>
                </a:moveTo>
                <a:lnTo>
                  <a:pt x="6643689" y="0"/>
                </a:lnTo>
                <a:lnTo>
                  <a:pt x="6643689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55E6C1-F592-B38E-9AF9-77037CAE990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66606" y="163764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9817-F8F0-63D8-789D-DEB6287A4E66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A8AF332E-CB7A-15CC-FDA4-2FDC311E8A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1" name="Text Placeholder 54">
            <a:extLst>
              <a:ext uri="{FF2B5EF4-FFF2-40B4-BE49-F238E27FC236}">
                <a16:creationId xmlns:a16="http://schemas.microsoft.com/office/drawing/2014/main" id="{C762D2E3-73F4-19A5-1453-CF85DA59F6F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3188" y="1585666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647A2E3-CD7E-DEF3-66B3-9CB7AFF556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1585666"/>
            <a:ext cx="168403" cy="16840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5C90B96-D7D2-60DB-3F98-A83C3723BA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2722168"/>
            <a:ext cx="168403" cy="16840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1E11C67-7103-6173-F942-272EADAB3BB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3858818"/>
            <a:ext cx="168403" cy="168403"/>
          </a:xfrm>
          <a:prstGeom prst="rect">
            <a:avLst/>
          </a:prstGeom>
        </p:spPr>
      </p:pic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0BAC7D37-C01E-3547-BB09-090D1FBA613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3188" y="2722168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552224E4-3BF2-AD45-9683-3019C651380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3188" y="3858670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29" name="Title 11">
            <a:extLst>
              <a:ext uri="{FF2B5EF4-FFF2-40B4-BE49-F238E27FC236}">
                <a16:creationId xmlns:a16="http://schemas.microsoft.com/office/drawing/2014/main" id="{B0E2D36A-FD57-3510-45E9-E50BEAB2C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54228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">
            <a:extLst>
              <a:ext uri="{FF2B5EF4-FFF2-40B4-BE49-F238E27FC236}">
                <a16:creationId xmlns:a16="http://schemas.microsoft.com/office/drawing/2014/main" id="{2D13C5F1-62A1-F4B3-CF4F-B2CFAA1F38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2" name="Picture Placeholder 25">
            <a:extLst>
              <a:ext uri="{FF2B5EF4-FFF2-40B4-BE49-F238E27FC236}">
                <a16:creationId xmlns:a16="http://schemas.microsoft.com/office/drawing/2014/main" id="{8AEBF0FC-E764-337A-7AC1-312A1D971E4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32825" y="877339"/>
            <a:ext cx="2352875" cy="4592436"/>
          </a:xfrm>
          <a:prstGeom prst="round2SameRect">
            <a:avLst>
              <a:gd name="adj1" fmla="val 10595"/>
              <a:gd name="adj2" fmla="val 0"/>
            </a:avLst>
          </a:prstGeom>
          <a:solidFill>
            <a:srgbClr val="9BA2AD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53D04274-5794-E94C-2C23-92D37553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58" t="4665" r="4694" b="4694"/>
          <a:stretch>
            <a:fillRect/>
          </a:stretch>
        </p:blipFill>
        <p:spPr>
          <a:xfrm>
            <a:off x="9038400" y="3054236"/>
            <a:ext cx="310410" cy="310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20594" extrusionOk="0">
                <a:moveTo>
                  <a:pt x="9839" y="0"/>
                </a:moveTo>
                <a:cubicBezTo>
                  <a:pt x="7320" y="0"/>
                  <a:pt x="4804" y="1004"/>
                  <a:pt x="2882" y="3015"/>
                </a:cubicBezTo>
                <a:cubicBezTo>
                  <a:pt x="-961" y="7038"/>
                  <a:pt x="-961" y="13555"/>
                  <a:pt x="2882" y="17577"/>
                </a:cubicBezTo>
                <a:cubicBezTo>
                  <a:pt x="6726" y="21600"/>
                  <a:pt x="12952" y="21600"/>
                  <a:pt x="16796" y="17577"/>
                </a:cubicBezTo>
                <a:cubicBezTo>
                  <a:pt x="20639" y="13555"/>
                  <a:pt x="20639" y="7038"/>
                  <a:pt x="16796" y="3015"/>
                </a:cubicBezTo>
                <a:cubicBezTo>
                  <a:pt x="14874" y="1004"/>
                  <a:pt x="12358" y="0"/>
                  <a:pt x="9839" y="0"/>
                </a:cubicBezTo>
                <a:close/>
              </a:path>
            </a:pathLst>
          </a:custGeom>
        </p:spPr>
      </p:pic>
      <p:grpSp>
        <p:nvGrpSpPr>
          <p:cNvPr id="14" name="Group">
            <a:extLst>
              <a:ext uri="{FF2B5EF4-FFF2-40B4-BE49-F238E27FC236}">
                <a16:creationId xmlns:a16="http://schemas.microsoft.com/office/drawing/2014/main" id="{69F8F262-8806-2B29-2182-02C3FCB0B1F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10253" y="3262313"/>
            <a:ext cx="166712" cy="235321"/>
            <a:chOff x="-23071" y="0"/>
            <a:chExt cx="333819" cy="470754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79A39653-EF8A-E935-8F38-9AE9FDB3B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579"/>
              <a:ext cx="287680" cy="287680"/>
            </a:xfrm>
            <a:prstGeom prst="ellipse">
              <a:avLst/>
            </a:prstGeom>
            <a:solidFill>
              <a:srgbClr val="D8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8001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14097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20193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26289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30861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35433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40005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44577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eaLnBrk="1">
                <a:lnSpc>
                  <a:spcPct val="100000"/>
                </a:lnSpc>
                <a:buSzTx/>
                <a:buFontTx/>
                <a:buNone/>
              </a:pPr>
              <a:endParaRPr lang="en-US" altLang="en-US" sz="160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+">
              <a:extLst>
                <a:ext uri="{FF2B5EF4-FFF2-40B4-BE49-F238E27FC236}">
                  <a16:creationId xmlns:a16="http://schemas.microsoft.com/office/drawing/2014/main" id="{BAB270EC-3DED-5B21-8265-BD05869B9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71" y="0"/>
              <a:ext cx="333819" cy="470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50800" tIns="50800" rIns="50800" bIns="50800">
              <a:spAutoFit/>
            </a:bodyPr>
            <a:lstStyle/>
            <a:p>
              <a:pPr algn="ctr" eaLnBrk="1">
                <a:lnSpc>
                  <a:spcPct val="110000"/>
                </a:lnSpc>
              </a:pPr>
              <a:r>
                <a:rPr lang="en-US" altLang="en-US" sz="850">
                  <a:solidFill>
                    <a:schemeClr val="bg1"/>
                  </a:solidFill>
                  <a:latin typeface="Helvetica" pitchFamily="2" charset="0"/>
                </a:rPr>
                <a:t>+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2CAF0A0-4ED8-699F-5629-E9357989256F}"/>
              </a:ext>
            </a:extLst>
          </p:cNvPr>
          <p:cNvGrpSpPr/>
          <p:nvPr userDrawn="1"/>
        </p:nvGrpSpPr>
        <p:grpSpPr>
          <a:xfrm>
            <a:off x="6922078" y="763556"/>
            <a:ext cx="2584450" cy="5294313"/>
            <a:chOff x="13406006" y="1527111"/>
            <a:chExt cx="5168900" cy="10588625"/>
          </a:xfrm>
        </p:grpSpPr>
        <p:pic>
          <p:nvPicPr>
            <p:cNvPr id="4" name="Picture 3" descr="TIKTOK_POST.png">
              <a:extLst>
                <a:ext uri="{FF2B5EF4-FFF2-40B4-BE49-F238E27FC236}">
                  <a16:creationId xmlns:a16="http://schemas.microsoft.com/office/drawing/2014/main" id="{39EFF105-3CC8-240E-4D1B-5AA279839F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82" r="85"/>
            <a:stretch>
              <a:fillRect/>
            </a:stretch>
          </p:blipFill>
          <p:spPr>
            <a:xfrm>
              <a:off x="13637582" y="1718101"/>
              <a:ext cx="4705748" cy="10206644"/>
            </a:xfrm>
            <a:prstGeom prst="roundRect">
              <a:avLst>
                <a:gd name="adj" fmla="val 8571"/>
              </a:avLst>
            </a:prstGeom>
            <a:ln w="12700">
              <a:miter lim="400000"/>
            </a:ln>
          </p:spPr>
        </p:pic>
        <p:pic>
          <p:nvPicPr>
            <p:cNvPr id="31" name="Image" descr="Image">
              <a:extLst>
                <a:ext uri="{FF2B5EF4-FFF2-40B4-BE49-F238E27FC236}">
                  <a16:creationId xmlns:a16="http://schemas.microsoft.com/office/drawing/2014/main" id="{EFC9FAF5-3E53-B0C2-3509-B7B5FA790A7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6006" y="1527111"/>
              <a:ext cx="5168900" cy="1058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B3639FE3-C20E-03B4-20DC-FD28085479F9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7099179" y="477367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48A5C556-01BC-EBD7-5D5C-17043B329E52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7099178" y="4909402"/>
            <a:ext cx="1646359" cy="24044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700969B8-403A-B999-7183-47BB0C395DA2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7215067" y="524992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Song - @artist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5AA1F599-AE46-F0FD-97A7-702AE9AFD197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9050389" y="3822984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CA33B501-BA94-38BF-3A65-8B117F6789E2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9050389" y="43067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99A7B9F-4213-0530-5EB0-C14C4BF56521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9050389" y="47893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C0F77F-34D2-D407-03EF-3EA39E94B8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0A5882FC-1F92-9218-7AF4-282FF6DEC6D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3188" y="1585666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FD1185B-EB22-276A-4F40-29BAFB86B91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1585666"/>
            <a:ext cx="168403" cy="16840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E6640D5-6E53-75E5-A7CA-072D61D0852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2722168"/>
            <a:ext cx="168403" cy="16840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0B66E8B-F3E2-5BBC-991A-CE7F750DCD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3858818"/>
            <a:ext cx="168403" cy="168403"/>
          </a:xfrm>
          <a:prstGeom prst="rect">
            <a:avLst/>
          </a:prstGeom>
        </p:spPr>
      </p:pic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5C9807EE-B368-226F-BB6C-DB3F978C45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3188" y="2722168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BD3492A8-6954-43CC-ABAD-4E72F35C3D2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3188" y="3858670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FA407A36-6A5C-0227-C7D6-B530C23D3B45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9" name="Title 11">
            <a:extLst>
              <a:ext uri="{FF2B5EF4-FFF2-40B4-BE49-F238E27FC236}">
                <a16:creationId xmlns:a16="http://schemas.microsoft.com/office/drawing/2014/main" id="{3AFB1B9B-20DE-284F-CE9C-0C04CD149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5924127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">
            <a:extLst>
              <a:ext uri="{FF2B5EF4-FFF2-40B4-BE49-F238E27FC236}">
                <a16:creationId xmlns:a16="http://schemas.microsoft.com/office/drawing/2014/main" id="{2D13C5F1-62A1-F4B3-CF4F-B2CFAA1F38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93419" y="384632"/>
            <a:ext cx="7431881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D14854B5-E999-BED9-2233-044EBB74B2A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032825" y="877339"/>
            <a:ext cx="2352875" cy="4592436"/>
          </a:xfrm>
          <a:prstGeom prst="round2SameRect">
            <a:avLst>
              <a:gd name="adj1" fmla="val 10595"/>
              <a:gd name="adj2" fmla="val 0"/>
            </a:avLst>
          </a:prstGeom>
          <a:solidFill>
            <a:srgbClr val="9BA2AD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EAD9A13-3149-D3F4-4FAD-0B1AF9438A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58" t="4665" r="4694" b="4694"/>
          <a:stretch>
            <a:fillRect/>
          </a:stretch>
        </p:blipFill>
        <p:spPr>
          <a:xfrm>
            <a:off x="9038400" y="3054236"/>
            <a:ext cx="310410" cy="310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20594" extrusionOk="0">
                <a:moveTo>
                  <a:pt x="9839" y="0"/>
                </a:moveTo>
                <a:cubicBezTo>
                  <a:pt x="7320" y="0"/>
                  <a:pt x="4804" y="1004"/>
                  <a:pt x="2882" y="3015"/>
                </a:cubicBezTo>
                <a:cubicBezTo>
                  <a:pt x="-961" y="7038"/>
                  <a:pt x="-961" y="13555"/>
                  <a:pt x="2882" y="17577"/>
                </a:cubicBezTo>
                <a:cubicBezTo>
                  <a:pt x="6726" y="21600"/>
                  <a:pt x="12952" y="21600"/>
                  <a:pt x="16796" y="17577"/>
                </a:cubicBezTo>
                <a:cubicBezTo>
                  <a:pt x="20639" y="13555"/>
                  <a:pt x="20639" y="7038"/>
                  <a:pt x="16796" y="3015"/>
                </a:cubicBezTo>
                <a:cubicBezTo>
                  <a:pt x="14874" y="1004"/>
                  <a:pt x="12358" y="0"/>
                  <a:pt x="9839" y="0"/>
                </a:cubicBezTo>
                <a:close/>
              </a:path>
            </a:pathLst>
          </a:custGeom>
        </p:spPr>
      </p:pic>
      <p:grpSp>
        <p:nvGrpSpPr>
          <p:cNvPr id="11" name="Group">
            <a:extLst>
              <a:ext uri="{FF2B5EF4-FFF2-40B4-BE49-F238E27FC236}">
                <a16:creationId xmlns:a16="http://schemas.microsoft.com/office/drawing/2014/main" id="{D1C8D37C-67FF-4539-9441-A5316885D5E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10253" y="3262313"/>
            <a:ext cx="166712" cy="235321"/>
            <a:chOff x="-23071" y="0"/>
            <a:chExt cx="333819" cy="470754"/>
          </a:xfrm>
        </p:grpSpPr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D2212D32-F193-037E-B5C4-6F8DF76AE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579"/>
              <a:ext cx="287680" cy="287680"/>
            </a:xfrm>
            <a:prstGeom prst="ellipse">
              <a:avLst/>
            </a:prstGeom>
            <a:solidFill>
              <a:srgbClr val="D8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50800" tIns="50800" rIns="50800" bIns="50800" anchor="ctr"/>
            <a:lstStyle>
              <a:lvl1pPr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8001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14097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20193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2628900" indent="-190500" algn="ctr" defTabSz="825500">
                <a:lnSpc>
                  <a:spcPct val="110000"/>
                </a:lnSpc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30861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35433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40005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4457700" indent="-190500" algn="ctr" defTabSz="8255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SzPct val="123000"/>
                <a:buChar char="•"/>
                <a:defRPr sz="15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eaLnBrk="1">
                <a:lnSpc>
                  <a:spcPct val="100000"/>
                </a:lnSpc>
                <a:buSzTx/>
                <a:buFontTx/>
                <a:buNone/>
              </a:pPr>
              <a:endParaRPr lang="en-US" altLang="en-US" sz="16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3" name="+">
              <a:extLst>
                <a:ext uri="{FF2B5EF4-FFF2-40B4-BE49-F238E27FC236}">
                  <a16:creationId xmlns:a16="http://schemas.microsoft.com/office/drawing/2014/main" id="{B0E21AF3-E2E5-8505-6A30-63E991E84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071" y="0"/>
              <a:ext cx="333819" cy="470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50800" tIns="50800" rIns="50800" bIns="50800">
              <a:spAutoFit/>
            </a:bodyPr>
            <a:lstStyle/>
            <a:p>
              <a:pPr algn="ctr" eaLnBrk="1">
                <a:lnSpc>
                  <a:spcPct val="110000"/>
                </a:lnSpc>
              </a:pPr>
              <a:r>
                <a:rPr lang="en-US" altLang="en-US" sz="850">
                  <a:solidFill>
                    <a:schemeClr val="tx1"/>
                  </a:solidFill>
                  <a:latin typeface="Helvetica" pitchFamily="2" charset="0"/>
                </a:rPr>
                <a:t>+</a:t>
              </a: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C728F73-4CA7-F890-9670-C1D6D54CDBE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099179" y="477367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 2h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E8D90F0C-8873-23AB-787B-63F87CDBA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99178" y="4909402"/>
            <a:ext cx="1646359" cy="24044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317637EF-F6DA-8CDD-BBBA-09D7B56E2E0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215067" y="5249921"/>
            <a:ext cx="1631509" cy="13895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Song - @artist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2B19762-0A92-B728-D40A-4D9C80EDD83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50389" y="3822984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305371-2FB6-B9C6-264F-3F3227BEE27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50389" y="43067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D33A027E-AE3D-55E4-53DF-FF1EF40C68B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50389" y="4789348"/>
            <a:ext cx="286433" cy="13895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1K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4A9147-9159-36C0-B544-B5671CBECF6F}"/>
              </a:ext>
            </a:extLst>
          </p:cNvPr>
          <p:cNvGrpSpPr/>
          <p:nvPr userDrawn="1"/>
        </p:nvGrpSpPr>
        <p:grpSpPr>
          <a:xfrm>
            <a:off x="6922078" y="763556"/>
            <a:ext cx="2584450" cy="5294313"/>
            <a:chOff x="13406006" y="1527111"/>
            <a:chExt cx="5168900" cy="10588625"/>
          </a:xfrm>
        </p:grpSpPr>
        <p:pic>
          <p:nvPicPr>
            <p:cNvPr id="15" name="Picture 14" descr="TIKTOK_POST.png">
              <a:extLst>
                <a:ext uri="{FF2B5EF4-FFF2-40B4-BE49-F238E27FC236}">
                  <a16:creationId xmlns:a16="http://schemas.microsoft.com/office/drawing/2014/main" id="{1F984ECC-3268-D59D-2CB8-3551BDDFA0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82" r="85"/>
            <a:stretch>
              <a:fillRect/>
            </a:stretch>
          </p:blipFill>
          <p:spPr>
            <a:xfrm>
              <a:off x="13637582" y="1718101"/>
              <a:ext cx="4705748" cy="10206644"/>
            </a:xfrm>
            <a:prstGeom prst="roundRect">
              <a:avLst>
                <a:gd name="adj" fmla="val 8571"/>
              </a:avLst>
            </a:prstGeom>
            <a:ln w="12700">
              <a:miter lim="400000"/>
            </a:ln>
          </p:spPr>
        </p:pic>
        <p:pic>
          <p:nvPicPr>
            <p:cNvPr id="16" name="Image" descr="Image">
              <a:extLst>
                <a:ext uri="{FF2B5EF4-FFF2-40B4-BE49-F238E27FC236}">
                  <a16:creationId xmlns:a16="http://schemas.microsoft.com/office/drawing/2014/main" id="{94116E1E-3B4E-AC51-FC41-3D8C0431848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6006" y="1527111"/>
              <a:ext cx="5168900" cy="1058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B537A90F-D1FE-D21B-A6C4-CC074A99C4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4A1EF81-5D20-93DB-B963-248A374DACDB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7" name="Text Placeholder 54">
            <a:extLst>
              <a:ext uri="{FF2B5EF4-FFF2-40B4-BE49-F238E27FC236}">
                <a16:creationId xmlns:a16="http://schemas.microsoft.com/office/drawing/2014/main" id="{EC5B5D35-84F6-638B-8260-FD42785A09E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3188" y="1585666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93FCD255-88FB-0F28-BF90-DD77B4D1B1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1585666"/>
            <a:ext cx="168403" cy="16840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AA007923-58CC-9B93-6E4A-EA8F841437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2722168"/>
            <a:ext cx="168403" cy="168403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5BB2443-2E1B-4D2F-342C-FF95C2FFB01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" y="3858818"/>
            <a:ext cx="168403" cy="168403"/>
          </a:xfrm>
          <a:prstGeom prst="rect">
            <a:avLst/>
          </a:prstGeom>
        </p:spPr>
      </p:pic>
      <p:sp>
        <p:nvSpPr>
          <p:cNvPr id="41" name="Text Placeholder 54">
            <a:extLst>
              <a:ext uri="{FF2B5EF4-FFF2-40B4-BE49-F238E27FC236}">
                <a16:creationId xmlns:a16="http://schemas.microsoft.com/office/drawing/2014/main" id="{C0C40BF5-4962-586E-A446-D6D54DD8B34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3188" y="2722168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42" name="Text Placeholder 54">
            <a:extLst>
              <a:ext uri="{FF2B5EF4-FFF2-40B4-BE49-F238E27FC236}">
                <a16:creationId xmlns:a16="http://schemas.microsoft.com/office/drawing/2014/main" id="{F73BB662-FFA1-8AAA-64D2-DE527F142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3188" y="3858670"/>
            <a:ext cx="3466301" cy="5631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endParaRPr lang="en-US"/>
          </a:p>
        </p:txBody>
      </p:sp>
      <p:sp>
        <p:nvSpPr>
          <p:cNvPr id="44" name="Title 11">
            <a:extLst>
              <a:ext uri="{FF2B5EF4-FFF2-40B4-BE49-F238E27FC236}">
                <a16:creationId xmlns:a16="http://schemas.microsoft.com/office/drawing/2014/main" id="{E09FB81D-6F34-D063-7F6D-75FF51533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85797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02CB082B-B439-EB94-6EAC-5F4EAEB599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907" y="384632"/>
            <a:ext cx="7432675" cy="6350000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F6E3ABD1-56D1-22E2-2570-E00CE9153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08" b="14580"/>
          <a:stretch>
            <a:fillRect/>
          </a:stretch>
        </p:blipFill>
        <p:spPr>
          <a:xfrm>
            <a:off x="2326184" y="701215"/>
            <a:ext cx="3322012" cy="6147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0" y="0"/>
                </a:moveTo>
                <a:cubicBezTo>
                  <a:pt x="1011" y="5"/>
                  <a:pt x="976" y="8"/>
                  <a:pt x="950" y="14"/>
                </a:cubicBezTo>
                <a:cubicBezTo>
                  <a:pt x="535" y="95"/>
                  <a:pt x="209" y="272"/>
                  <a:pt x="58" y="496"/>
                </a:cubicBezTo>
                <a:cubicBezTo>
                  <a:pt x="33" y="528"/>
                  <a:pt x="16" y="566"/>
                  <a:pt x="0" y="606"/>
                </a:cubicBezTo>
                <a:lnTo>
                  <a:pt x="0" y="20943"/>
                </a:lnTo>
                <a:cubicBezTo>
                  <a:pt x="16" y="20983"/>
                  <a:pt x="33" y="21020"/>
                  <a:pt x="58" y="21053"/>
                </a:cubicBezTo>
                <a:cubicBezTo>
                  <a:pt x="209" y="21277"/>
                  <a:pt x="535" y="21454"/>
                  <a:pt x="950" y="21535"/>
                </a:cubicBezTo>
                <a:cubicBezTo>
                  <a:pt x="1237" y="21600"/>
                  <a:pt x="1668" y="21600"/>
                  <a:pt x="2387" y="21600"/>
                </a:cubicBezTo>
                <a:lnTo>
                  <a:pt x="19151" y="21600"/>
                </a:lnTo>
                <a:cubicBezTo>
                  <a:pt x="19870" y="21600"/>
                  <a:pt x="20301" y="21600"/>
                  <a:pt x="20588" y="21535"/>
                </a:cubicBezTo>
                <a:cubicBezTo>
                  <a:pt x="21003" y="21454"/>
                  <a:pt x="21329" y="21277"/>
                  <a:pt x="21480" y="21053"/>
                </a:cubicBezTo>
                <a:cubicBezTo>
                  <a:pt x="21600" y="20897"/>
                  <a:pt x="21600" y="20664"/>
                  <a:pt x="21600" y="20276"/>
                </a:cubicBezTo>
                <a:lnTo>
                  <a:pt x="21600" y="1272"/>
                </a:lnTo>
                <a:cubicBezTo>
                  <a:pt x="21600" y="884"/>
                  <a:pt x="21600" y="651"/>
                  <a:pt x="21480" y="496"/>
                </a:cubicBezTo>
                <a:cubicBezTo>
                  <a:pt x="21329" y="272"/>
                  <a:pt x="21003" y="95"/>
                  <a:pt x="20588" y="14"/>
                </a:cubicBezTo>
                <a:cubicBezTo>
                  <a:pt x="20562" y="8"/>
                  <a:pt x="20527" y="5"/>
                  <a:pt x="20498" y="0"/>
                </a:cubicBezTo>
                <a:lnTo>
                  <a:pt x="1040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F03658C4-9F5E-DF89-A2F5-F7699089B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2152650" y="556419"/>
            <a:ext cx="3659188" cy="604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B1FED2A9-4737-88C2-AFA5-3439252A68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22" b="22"/>
          <a:stretch>
            <a:fillRect/>
          </a:stretch>
        </p:blipFill>
        <p:spPr>
          <a:xfrm>
            <a:off x="2407464" y="1568116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6B08A176-8691-5B7D-59EE-DEFC3A6BE2A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321720" y="1943101"/>
            <a:ext cx="3321844" cy="4152107"/>
          </a:xfrm>
          <a:custGeom>
            <a:avLst/>
            <a:gdLst>
              <a:gd name="connsiteX0" fmla="*/ 0 w 6643687"/>
              <a:gd name="connsiteY0" fmla="*/ 0 h 8304213"/>
              <a:gd name="connsiteX1" fmla="*/ 6643687 w 6643687"/>
              <a:gd name="connsiteY1" fmla="*/ 0 h 8304213"/>
              <a:gd name="connsiteX2" fmla="*/ 6643687 w 6643687"/>
              <a:gd name="connsiteY2" fmla="*/ 8304213 h 8304213"/>
              <a:gd name="connsiteX3" fmla="*/ 0 w 6643687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7" h="8304213">
                <a:moveTo>
                  <a:pt x="0" y="0"/>
                </a:moveTo>
                <a:lnTo>
                  <a:pt x="6643687" y="0"/>
                </a:lnTo>
                <a:lnTo>
                  <a:pt x="6643687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2313BF22-B485-928E-793C-47B3FD89501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44260" y="1637642"/>
            <a:ext cx="1631509" cy="138959"/>
          </a:xfrm>
        </p:spPr>
        <p:txBody>
          <a:bodyPr anchor="ctr"/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8DA920A-A633-1B0E-5A3F-9560E09E5A8E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280DD0F0-0CFC-987C-8991-C5621448EF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31323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153F0F77-9792-7BB7-4C59-281F169B5A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31323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8" name="Rounded Rectangle">
            <a:extLst>
              <a:ext uri="{FF2B5EF4-FFF2-40B4-BE49-F238E27FC236}">
                <a16:creationId xmlns:a16="http://schemas.microsoft.com/office/drawing/2014/main" id="{843F4E0B-F3A4-02D8-41F5-C58D12ECD3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11684" y="6381928"/>
            <a:ext cx="325591" cy="271424"/>
          </a:xfrm>
          <a:prstGeom prst="roundRect">
            <a:avLst>
              <a:gd name="adj" fmla="val 1546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8CC71-3040-9606-6000-075E2D6816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2359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02CB082B-B439-EB94-6EAC-5F4EAEB599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907" y="381000"/>
            <a:ext cx="7432675" cy="6350000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7" name="IG_POST.png" descr="IG_POST.png">
            <a:extLst>
              <a:ext uri="{FF2B5EF4-FFF2-40B4-BE49-F238E27FC236}">
                <a16:creationId xmlns:a16="http://schemas.microsoft.com/office/drawing/2014/main" id="{F6E3ABD1-56D1-22E2-2570-E00CE9153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" b="17982"/>
          <a:stretch/>
        </p:blipFill>
        <p:spPr>
          <a:xfrm>
            <a:off x="2326184" y="701215"/>
            <a:ext cx="3322012" cy="5902786"/>
          </a:xfrm>
          <a:prstGeom prst="round2SameRect">
            <a:avLst>
              <a:gd name="adj1" fmla="val 10072"/>
              <a:gd name="adj2" fmla="val 0"/>
            </a:avLst>
          </a:prstGeom>
          <a:ln w="12700">
            <a:miter lim="400000"/>
          </a:ln>
        </p:spPr>
      </p:pic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F03658C4-9F5E-DF89-A2F5-F7699089B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4"/>
          <a:stretch>
            <a:fillRect/>
          </a:stretch>
        </p:blipFill>
        <p:spPr bwMode="auto">
          <a:xfrm>
            <a:off x="2152650" y="556419"/>
            <a:ext cx="3659188" cy="604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B1FED2A9-4737-88C2-AFA5-3439252A68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22" b="22"/>
          <a:stretch>
            <a:fillRect/>
          </a:stretch>
        </p:blipFill>
        <p:spPr>
          <a:xfrm>
            <a:off x="2407464" y="1568116"/>
            <a:ext cx="278012" cy="278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8043" y="0"/>
                  <a:pt x="5270" y="1051"/>
                  <a:pt x="3161" y="3161"/>
                </a:cubicBezTo>
                <a:cubicBezTo>
                  <a:pt x="1051" y="5270"/>
                  <a:pt x="0" y="8043"/>
                  <a:pt x="0" y="10808"/>
                </a:cubicBezTo>
                <a:cubicBezTo>
                  <a:pt x="0" y="13572"/>
                  <a:pt x="1051" y="16330"/>
                  <a:pt x="3161" y="18439"/>
                </a:cubicBezTo>
                <a:cubicBezTo>
                  <a:pt x="5270" y="20549"/>
                  <a:pt x="8043" y="21600"/>
                  <a:pt x="10808" y="21600"/>
                </a:cubicBezTo>
                <a:cubicBezTo>
                  <a:pt x="13572" y="21600"/>
                  <a:pt x="16330" y="20549"/>
                  <a:pt x="18439" y="18439"/>
                </a:cubicBezTo>
                <a:cubicBezTo>
                  <a:pt x="20549" y="16330"/>
                  <a:pt x="21600" y="13572"/>
                  <a:pt x="21600" y="10808"/>
                </a:cubicBezTo>
                <a:cubicBezTo>
                  <a:pt x="21600" y="8043"/>
                  <a:pt x="20549" y="5270"/>
                  <a:pt x="18439" y="3161"/>
                </a:cubicBezTo>
                <a:cubicBezTo>
                  <a:pt x="16330" y="1051"/>
                  <a:pt x="13572" y="0"/>
                  <a:pt x="10808" y="0"/>
                </a:cubicBezTo>
                <a:close/>
              </a:path>
            </a:pathLst>
          </a:custGeom>
        </p:spPr>
      </p:pic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6B08A176-8691-5B7D-59EE-DEFC3A6BE2A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321720" y="1943101"/>
            <a:ext cx="3321844" cy="4152107"/>
          </a:xfrm>
          <a:custGeom>
            <a:avLst/>
            <a:gdLst>
              <a:gd name="connsiteX0" fmla="*/ 0 w 6643687"/>
              <a:gd name="connsiteY0" fmla="*/ 0 h 8304213"/>
              <a:gd name="connsiteX1" fmla="*/ 6643687 w 6643687"/>
              <a:gd name="connsiteY1" fmla="*/ 0 h 8304213"/>
              <a:gd name="connsiteX2" fmla="*/ 6643687 w 6643687"/>
              <a:gd name="connsiteY2" fmla="*/ 8304213 h 8304213"/>
              <a:gd name="connsiteX3" fmla="*/ 0 w 6643687"/>
              <a:gd name="connsiteY3" fmla="*/ 8304213 h 830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3687" h="8304213">
                <a:moveTo>
                  <a:pt x="0" y="0"/>
                </a:moveTo>
                <a:lnTo>
                  <a:pt x="6643687" y="0"/>
                </a:lnTo>
                <a:lnTo>
                  <a:pt x="6643687" y="8304213"/>
                </a:lnTo>
                <a:lnTo>
                  <a:pt x="0" y="8304213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2313BF22-B485-928E-793C-47B3FD89501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44260" y="1637642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3CD237D-52BD-4A15-80D6-031FD1DCE12D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Title 11">
            <a:extLst>
              <a:ext uri="{FF2B5EF4-FFF2-40B4-BE49-F238E27FC236}">
                <a16:creationId xmlns:a16="http://schemas.microsoft.com/office/drawing/2014/main" id="{4CED679D-2ABB-E3F3-A6ED-443EFC7956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31323" y="389731"/>
            <a:ext cx="3888715" cy="953287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E899F811-F3DF-EF1E-B734-0684A43B02C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731323" y="1537123"/>
            <a:ext cx="3888716" cy="8858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8" name="Rounded Rectangle">
            <a:extLst>
              <a:ext uri="{FF2B5EF4-FFF2-40B4-BE49-F238E27FC236}">
                <a16:creationId xmlns:a16="http://schemas.microsoft.com/office/drawing/2014/main" id="{609DF453-0BA1-44D0-5CC6-AD44E74008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21720" y="6383867"/>
            <a:ext cx="175947" cy="169333"/>
          </a:xfrm>
          <a:prstGeom prst="roundRect">
            <a:avLst>
              <a:gd name="adj" fmla="val 1546"/>
            </a:avLst>
          </a:prstGeom>
          <a:solidFill>
            <a:srgbClr val="313131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12B6303B-4F18-92A0-6E7B-39D3A36D82E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11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I_POST.png" descr="LI_POST.png">
            <a:extLst>
              <a:ext uri="{FF2B5EF4-FFF2-40B4-BE49-F238E27FC236}">
                <a16:creationId xmlns:a16="http://schemas.microsoft.com/office/drawing/2014/main" id="{6D6D12E7-10C3-DB80-DE9B-11C7B29732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"/>
          <a:stretch>
            <a:fillRect/>
          </a:stretch>
        </p:blipFill>
        <p:spPr>
          <a:xfrm>
            <a:off x="9239500" y="360634"/>
            <a:ext cx="2558252" cy="553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246" y="0"/>
                </a:moveTo>
                <a:cubicBezTo>
                  <a:pt x="1157" y="8"/>
                  <a:pt x="1078" y="18"/>
                  <a:pt x="1008" y="31"/>
                </a:cubicBezTo>
                <a:cubicBezTo>
                  <a:pt x="595" y="100"/>
                  <a:pt x="269" y="251"/>
                  <a:pt x="119" y="442"/>
                </a:cubicBezTo>
                <a:cubicBezTo>
                  <a:pt x="-1" y="575"/>
                  <a:pt x="0" y="774"/>
                  <a:pt x="0" y="1105"/>
                </a:cubicBezTo>
                <a:lnTo>
                  <a:pt x="0" y="20496"/>
                </a:lnTo>
                <a:cubicBezTo>
                  <a:pt x="0" y="20827"/>
                  <a:pt x="-1" y="21025"/>
                  <a:pt x="119" y="21158"/>
                </a:cubicBezTo>
                <a:cubicBezTo>
                  <a:pt x="269" y="21349"/>
                  <a:pt x="595" y="21500"/>
                  <a:pt x="1008" y="21569"/>
                </a:cubicBezTo>
                <a:cubicBezTo>
                  <a:pt x="1078" y="21582"/>
                  <a:pt x="1157" y="21592"/>
                  <a:pt x="1246" y="21600"/>
                </a:cubicBezTo>
                <a:lnTo>
                  <a:pt x="20352" y="21600"/>
                </a:lnTo>
                <a:cubicBezTo>
                  <a:pt x="20441" y="21592"/>
                  <a:pt x="20520" y="21582"/>
                  <a:pt x="20590" y="21569"/>
                </a:cubicBezTo>
                <a:cubicBezTo>
                  <a:pt x="21003" y="21500"/>
                  <a:pt x="21329" y="21349"/>
                  <a:pt x="21479" y="21158"/>
                </a:cubicBezTo>
                <a:cubicBezTo>
                  <a:pt x="21599" y="21025"/>
                  <a:pt x="21598" y="20827"/>
                  <a:pt x="21598" y="20496"/>
                </a:cubicBezTo>
                <a:lnTo>
                  <a:pt x="21598" y="1105"/>
                </a:lnTo>
                <a:cubicBezTo>
                  <a:pt x="21598" y="774"/>
                  <a:pt x="21599" y="575"/>
                  <a:pt x="21479" y="442"/>
                </a:cubicBezTo>
                <a:cubicBezTo>
                  <a:pt x="21329" y="251"/>
                  <a:pt x="21003" y="100"/>
                  <a:pt x="20590" y="31"/>
                </a:cubicBezTo>
                <a:cubicBezTo>
                  <a:pt x="20520" y="18"/>
                  <a:pt x="20441" y="8"/>
                  <a:pt x="20352" y="0"/>
                </a:cubicBezTo>
                <a:lnTo>
                  <a:pt x="1246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FB_POST.png" descr="FB_POST.png">
            <a:extLst>
              <a:ext uri="{FF2B5EF4-FFF2-40B4-BE49-F238E27FC236}">
                <a16:creationId xmlns:a16="http://schemas.microsoft.com/office/drawing/2014/main" id="{0FDCA645-A5E7-2150-0717-72A8FE4C92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"/>
          <a:stretch>
            <a:fillRect/>
          </a:stretch>
        </p:blipFill>
        <p:spPr>
          <a:xfrm>
            <a:off x="6291106" y="360634"/>
            <a:ext cx="2558252" cy="553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246" y="0"/>
                </a:moveTo>
                <a:cubicBezTo>
                  <a:pt x="1157" y="8"/>
                  <a:pt x="1078" y="18"/>
                  <a:pt x="1008" y="31"/>
                </a:cubicBezTo>
                <a:cubicBezTo>
                  <a:pt x="595" y="100"/>
                  <a:pt x="269" y="251"/>
                  <a:pt x="119" y="442"/>
                </a:cubicBezTo>
                <a:cubicBezTo>
                  <a:pt x="-1" y="575"/>
                  <a:pt x="0" y="774"/>
                  <a:pt x="0" y="1105"/>
                </a:cubicBezTo>
                <a:lnTo>
                  <a:pt x="0" y="20496"/>
                </a:lnTo>
                <a:cubicBezTo>
                  <a:pt x="0" y="20827"/>
                  <a:pt x="-1" y="21025"/>
                  <a:pt x="119" y="21158"/>
                </a:cubicBezTo>
                <a:cubicBezTo>
                  <a:pt x="269" y="21349"/>
                  <a:pt x="595" y="21500"/>
                  <a:pt x="1008" y="21569"/>
                </a:cubicBezTo>
                <a:cubicBezTo>
                  <a:pt x="1078" y="21582"/>
                  <a:pt x="1157" y="21592"/>
                  <a:pt x="1246" y="21600"/>
                </a:cubicBezTo>
                <a:lnTo>
                  <a:pt x="20352" y="21600"/>
                </a:lnTo>
                <a:cubicBezTo>
                  <a:pt x="20441" y="21592"/>
                  <a:pt x="20520" y="21582"/>
                  <a:pt x="20590" y="21569"/>
                </a:cubicBezTo>
                <a:cubicBezTo>
                  <a:pt x="21003" y="21500"/>
                  <a:pt x="21329" y="21349"/>
                  <a:pt x="21479" y="21158"/>
                </a:cubicBezTo>
                <a:cubicBezTo>
                  <a:pt x="21599" y="21025"/>
                  <a:pt x="21598" y="20827"/>
                  <a:pt x="21598" y="20496"/>
                </a:cubicBezTo>
                <a:lnTo>
                  <a:pt x="21598" y="1105"/>
                </a:lnTo>
                <a:cubicBezTo>
                  <a:pt x="21598" y="774"/>
                  <a:pt x="21599" y="575"/>
                  <a:pt x="21479" y="442"/>
                </a:cubicBezTo>
                <a:cubicBezTo>
                  <a:pt x="21329" y="251"/>
                  <a:pt x="21003" y="100"/>
                  <a:pt x="20590" y="31"/>
                </a:cubicBezTo>
                <a:cubicBezTo>
                  <a:pt x="20520" y="18"/>
                  <a:pt x="20441" y="8"/>
                  <a:pt x="20352" y="0"/>
                </a:cubicBezTo>
                <a:lnTo>
                  <a:pt x="1246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11D87DB7-E158-DF6B-D4A8-F52EE9EA38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" r="110" b="1"/>
          <a:stretch>
            <a:fillRect/>
          </a:stretch>
        </p:blipFill>
        <p:spPr>
          <a:xfrm>
            <a:off x="3342711" y="354482"/>
            <a:ext cx="2558257" cy="55485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2442" y="0"/>
                </a:moveTo>
                <a:cubicBezTo>
                  <a:pt x="1726" y="0"/>
                  <a:pt x="1295" y="0"/>
                  <a:pt x="1008" y="55"/>
                </a:cubicBezTo>
                <a:cubicBezTo>
                  <a:pt x="595" y="125"/>
                  <a:pt x="269" y="275"/>
                  <a:pt x="119" y="465"/>
                </a:cubicBezTo>
                <a:cubicBezTo>
                  <a:pt x="-1" y="598"/>
                  <a:pt x="0" y="796"/>
                  <a:pt x="0" y="1127"/>
                </a:cubicBezTo>
                <a:lnTo>
                  <a:pt x="0" y="20474"/>
                </a:lnTo>
                <a:cubicBezTo>
                  <a:pt x="0" y="20805"/>
                  <a:pt x="-1" y="21002"/>
                  <a:pt x="119" y="21135"/>
                </a:cubicBezTo>
                <a:cubicBezTo>
                  <a:pt x="269" y="21325"/>
                  <a:pt x="595" y="21475"/>
                  <a:pt x="1008" y="21545"/>
                </a:cubicBezTo>
                <a:cubicBezTo>
                  <a:pt x="1295" y="21600"/>
                  <a:pt x="1726" y="21600"/>
                  <a:pt x="2442" y="21600"/>
                </a:cubicBezTo>
                <a:lnTo>
                  <a:pt x="19156" y="21600"/>
                </a:lnTo>
                <a:cubicBezTo>
                  <a:pt x="19872" y="21600"/>
                  <a:pt x="20303" y="21600"/>
                  <a:pt x="20590" y="21545"/>
                </a:cubicBezTo>
                <a:cubicBezTo>
                  <a:pt x="21003" y="21475"/>
                  <a:pt x="21329" y="21325"/>
                  <a:pt x="21479" y="21135"/>
                </a:cubicBezTo>
                <a:cubicBezTo>
                  <a:pt x="21599" y="21002"/>
                  <a:pt x="21598" y="20805"/>
                  <a:pt x="21598" y="20474"/>
                </a:cubicBezTo>
                <a:lnTo>
                  <a:pt x="21598" y="1127"/>
                </a:lnTo>
                <a:cubicBezTo>
                  <a:pt x="21598" y="796"/>
                  <a:pt x="21599" y="598"/>
                  <a:pt x="21479" y="465"/>
                </a:cubicBezTo>
                <a:cubicBezTo>
                  <a:pt x="21329" y="275"/>
                  <a:pt x="21003" y="125"/>
                  <a:pt x="20590" y="55"/>
                </a:cubicBezTo>
                <a:cubicBezTo>
                  <a:pt x="20303" y="0"/>
                  <a:pt x="19872" y="0"/>
                  <a:pt x="19156" y="0"/>
                </a:cubicBezTo>
                <a:lnTo>
                  <a:pt x="2442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41C5BD93-C5CA-997B-A1DE-CB424A8133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838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74981D7B-B166-097D-1C28-96AD5BEE33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069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Image">
            <a:extLst>
              <a:ext uri="{FF2B5EF4-FFF2-40B4-BE49-F238E27FC236}">
                <a16:creationId xmlns:a16="http://schemas.microsoft.com/office/drawing/2014/main" id="{56087790-16F1-2BF0-2FEA-5D49F9A1886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08803" y="1027733"/>
            <a:ext cx="204166" cy="204166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100"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2" name="Image">
            <a:extLst>
              <a:ext uri="{FF2B5EF4-FFF2-40B4-BE49-F238E27FC236}">
                <a16:creationId xmlns:a16="http://schemas.microsoft.com/office/drawing/2014/main" id="{CF5C7C9D-7420-8AF9-F145-DDA5825F846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17226" y="1044078"/>
            <a:ext cx="317280" cy="317280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100"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 </a:t>
            </a:r>
            <a:endParaRPr noProof="0">
              <a:sym typeface="Helvetica Neue Medium"/>
            </a:endParaRPr>
          </a:p>
        </p:txBody>
      </p:sp>
      <p:sp>
        <p:nvSpPr>
          <p:cNvPr id="14" name="Picture Placeholder 59">
            <a:extLst>
              <a:ext uri="{FF2B5EF4-FFF2-40B4-BE49-F238E27FC236}">
                <a16:creationId xmlns:a16="http://schemas.microsoft.com/office/drawing/2014/main" id="{06F4D35F-15A7-E341-507F-4A341BB0670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349625" y="1309688"/>
            <a:ext cx="2546350" cy="3201194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150D4173-F894-8B0F-418B-077D7B2B83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057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489FC76-D3FD-9955-CFE4-AA3ED0A7DFF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54769" y="106033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F3AFCFE5-3691-79CC-D56F-01CF1911596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3485" y="1081178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96A0A7C-57D0-57D0-9AC7-FA00EDE912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11781" y="1416438"/>
            <a:ext cx="2410637" cy="250914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837F925C-8233-9E25-1DC9-F1E9CE9D81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651" y="4666368"/>
            <a:ext cx="664387" cy="127883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Website.com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DA5C6641-2EA8-DF15-D823-5D916C9F9E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66651" y="4801305"/>
            <a:ext cx="664387" cy="127883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9D386EC3-BE76-3966-E00C-2873908518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93894" y="4710907"/>
            <a:ext cx="469900" cy="180975"/>
          </a:xfrm>
          <a:prstGeom prst="roundRect">
            <a:avLst>
              <a:gd name="adj" fmla="val 19454"/>
            </a:avLst>
          </a:prstGeom>
          <a:solidFill>
            <a:srgbClr val="DDE0E5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23860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28432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33004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37576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defRPr/>
            </a:pPr>
            <a:endParaRPr lang="en-US" altLang="en-US" sz="1600">
              <a:solidFill>
                <a:srgbClr val="FFFFFF"/>
              </a:solidFill>
              <a:latin typeface="Helvetica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19E9879-AEA0-E510-DC39-23755F45C717}"/>
              </a:ext>
            </a:extLst>
          </p:cNvPr>
          <p:cNvSpPr/>
          <p:nvPr userDrawn="1"/>
        </p:nvSpPr>
        <p:spPr>
          <a:xfrm>
            <a:off x="11269697" y="4251056"/>
            <a:ext cx="513919" cy="418366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rgbClr val="2C64B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" pitchFamily="2" charset="0"/>
              <a:ea typeface="+mn-ea"/>
              <a:cs typeface="+mn-cs"/>
              <a:sym typeface="Helvetica Neue Medium"/>
            </a:endParaRP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8606E8B4-3ED5-749E-9775-04E817A1E7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315510" y="4373871"/>
            <a:ext cx="422294" cy="175508"/>
          </a:xfrm>
        </p:spPr>
        <p:txBody>
          <a:bodyPr anchor="t">
            <a:noAutofit/>
          </a:bodyPr>
          <a:lstStyle>
            <a:lvl1pPr marL="0" indent="0" algn="ctr">
              <a:buNone/>
              <a:defRPr sz="1150">
                <a:solidFill>
                  <a:srgbClr val="2C64B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CTA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CDD9C7C-38B0-4830-50B8-7A12F4CEA04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56875" y="4737453"/>
            <a:ext cx="343939" cy="127883"/>
          </a:xfrm>
        </p:spPr>
        <p:txBody>
          <a:bodyPr anchor="t">
            <a:noAutofit/>
          </a:bodyPr>
          <a:lstStyle>
            <a:lvl1pPr marL="0" indent="0" algn="ctr">
              <a:buNone/>
              <a:defRPr sz="65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CTA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95EF7EA0-6EBD-3B34-02CD-DED625122B9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63485" y="1226355"/>
            <a:ext cx="1631509" cy="188108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65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824F7558-5038-4BC4-3E6F-669007B41E9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238500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34" name="Text Placeholder 54">
            <a:extLst>
              <a:ext uri="{FF2B5EF4-FFF2-40B4-BE49-F238E27FC236}">
                <a16:creationId xmlns:a16="http://schemas.microsoft.com/office/drawing/2014/main" id="{7FAC56A4-A4E4-110D-0E07-1256A00B61B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85443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C518C1F5-4BD8-2B70-9696-BA4FA193530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32385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0E62561D-BBDB-C3D6-A0DE-A708B788970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17226" y="4369418"/>
            <a:ext cx="1169443" cy="187501"/>
          </a:xfrm>
        </p:spPr>
        <p:txBody>
          <a:bodyPr anchor="t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16" name="Picture Placeholder 61">
            <a:extLst>
              <a:ext uri="{FF2B5EF4-FFF2-40B4-BE49-F238E27FC236}">
                <a16:creationId xmlns:a16="http://schemas.microsoft.com/office/drawing/2014/main" id="{292FC99F-CC86-A648-0BDE-F1C1C100DE1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245204" y="1740694"/>
            <a:ext cx="2550319" cy="2559050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Image">
            <a:extLst>
              <a:ext uri="{FF2B5EF4-FFF2-40B4-BE49-F238E27FC236}">
                <a16:creationId xmlns:a16="http://schemas.microsoft.com/office/drawing/2014/main" id="{BA9D8688-D0B8-2ABA-4DDA-6457C5EA91F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605218" y="749240"/>
            <a:ext cx="254196" cy="254196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 marL="0" indent="0">
              <a:buNone/>
              <a:defRPr sz="100">
                <a:latin typeface="Helvetica" pitchFamily="2" charset="0"/>
              </a:defRPr>
            </a:lvl1pPr>
          </a:lstStyle>
          <a:p>
            <a:pPr lvl="0"/>
            <a:r>
              <a:rPr lang="en-US" noProof="0">
                <a:sym typeface="Helvetica Neue Medium"/>
              </a:rPr>
              <a:t> </a:t>
            </a:r>
            <a:endParaRPr noProof="0">
              <a:sym typeface="Helvetica Neue Medium"/>
            </a:endParaRPr>
          </a:p>
        </p:txBody>
      </p:sp>
      <p:sp>
        <p:nvSpPr>
          <p:cNvPr id="15" name="Picture Placeholder 60">
            <a:extLst>
              <a:ext uri="{FF2B5EF4-FFF2-40B4-BE49-F238E27FC236}">
                <a16:creationId xmlns:a16="http://schemas.microsoft.com/office/drawing/2014/main" id="{82C4CB7E-7B6C-9348-F0E2-67D471EAF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96025" y="1406525"/>
            <a:ext cx="2547938" cy="3201194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6CF1E9-A6BC-B1EF-BA7E-E2854FDE39C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98984" y="76518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D87877A-7161-3887-8E33-62AEC4DCC9E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98984" y="92393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65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9E5727B-EBF3-7EBA-575C-EE76DC2DB82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66651" y="1104018"/>
            <a:ext cx="2410637" cy="250914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BEBCE1-B11A-99AD-2A3F-3DE647A7CE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62A31E-7F2C-4D24-93CA-645631140FC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CE380C0-B0EB-5C41-6B15-A35C018494F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754" y="1968072"/>
            <a:ext cx="2521193" cy="289726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40" name="Title 11">
            <a:extLst>
              <a:ext uri="{FF2B5EF4-FFF2-40B4-BE49-F238E27FC236}">
                <a16:creationId xmlns:a16="http://schemas.microsoft.com/office/drawing/2014/main" id="{1DE0C6A8-F486-91F4-444E-56FA8B205D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4" y="381795"/>
            <a:ext cx="2588456" cy="1430072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2473092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I_POST.png" descr="LI_POST.png">
            <a:extLst>
              <a:ext uri="{FF2B5EF4-FFF2-40B4-BE49-F238E27FC236}">
                <a16:creationId xmlns:a16="http://schemas.microsoft.com/office/drawing/2014/main" id="{6D6D12E7-10C3-DB80-DE9B-11C7B29732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"/>
          <a:stretch>
            <a:fillRect/>
          </a:stretch>
        </p:blipFill>
        <p:spPr>
          <a:xfrm>
            <a:off x="9239500" y="360634"/>
            <a:ext cx="2558252" cy="553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246" y="0"/>
                </a:moveTo>
                <a:cubicBezTo>
                  <a:pt x="1157" y="8"/>
                  <a:pt x="1078" y="18"/>
                  <a:pt x="1008" y="31"/>
                </a:cubicBezTo>
                <a:cubicBezTo>
                  <a:pt x="595" y="100"/>
                  <a:pt x="269" y="251"/>
                  <a:pt x="119" y="442"/>
                </a:cubicBezTo>
                <a:cubicBezTo>
                  <a:pt x="-1" y="575"/>
                  <a:pt x="0" y="774"/>
                  <a:pt x="0" y="1105"/>
                </a:cubicBezTo>
                <a:lnTo>
                  <a:pt x="0" y="20496"/>
                </a:lnTo>
                <a:cubicBezTo>
                  <a:pt x="0" y="20827"/>
                  <a:pt x="-1" y="21025"/>
                  <a:pt x="119" y="21158"/>
                </a:cubicBezTo>
                <a:cubicBezTo>
                  <a:pt x="269" y="21349"/>
                  <a:pt x="595" y="21500"/>
                  <a:pt x="1008" y="21569"/>
                </a:cubicBezTo>
                <a:cubicBezTo>
                  <a:pt x="1078" y="21582"/>
                  <a:pt x="1157" y="21592"/>
                  <a:pt x="1246" y="21600"/>
                </a:cubicBezTo>
                <a:lnTo>
                  <a:pt x="20352" y="21600"/>
                </a:lnTo>
                <a:cubicBezTo>
                  <a:pt x="20441" y="21592"/>
                  <a:pt x="20520" y="21582"/>
                  <a:pt x="20590" y="21569"/>
                </a:cubicBezTo>
                <a:cubicBezTo>
                  <a:pt x="21003" y="21500"/>
                  <a:pt x="21329" y="21349"/>
                  <a:pt x="21479" y="21158"/>
                </a:cubicBezTo>
                <a:cubicBezTo>
                  <a:pt x="21599" y="21025"/>
                  <a:pt x="21598" y="20827"/>
                  <a:pt x="21598" y="20496"/>
                </a:cubicBezTo>
                <a:lnTo>
                  <a:pt x="21598" y="1105"/>
                </a:lnTo>
                <a:cubicBezTo>
                  <a:pt x="21598" y="774"/>
                  <a:pt x="21599" y="575"/>
                  <a:pt x="21479" y="442"/>
                </a:cubicBezTo>
                <a:cubicBezTo>
                  <a:pt x="21329" y="251"/>
                  <a:pt x="21003" y="100"/>
                  <a:pt x="20590" y="31"/>
                </a:cubicBezTo>
                <a:cubicBezTo>
                  <a:pt x="20520" y="18"/>
                  <a:pt x="20441" y="8"/>
                  <a:pt x="20352" y="0"/>
                </a:cubicBezTo>
                <a:lnTo>
                  <a:pt x="1246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" name="FB_POST.png" descr="FB_POST.png">
            <a:extLst>
              <a:ext uri="{FF2B5EF4-FFF2-40B4-BE49-F238E27FC236}">
                <a16:creationId xmlns:a16="http://schemas.microsoft.com/office/drawing/2014/main" id="{0FDCA645-A5E7-2150-0717-72A8FE4C92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"/>
          <a:stretch>
            <a:fillRect/>
          </a:stretch>
        </p:blipFill>
        <p:spPr>
          <a:xfrm>
            <a:off x="6291106" y="360634"/>
            <a:ext cx="2558252" cy="553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246" y="0"/>
                </a:moveTo>
                <a:cubicBezTo>
                  <a:pt x="1157" y="8"/>
                  <a:pt x="1078" y="18"/>
                  <a:pt x="1008" y="31"/>
                </a:cubicBezTo>
                <a:cubicBezTo>
                  <a:pt x="595" y="100"/>
                  <a:pt x="269" y="251"/>
                  <a:pt x="119" y="442"/>
                </a:cubicBezTo>
                <a:cubicBezTo>
                  <a:pt x="-1" y="575"/>
                  <a:pt x="0" y="774"/>
                  <a:pt x="0" y="1105"/>
                </a:cubicBezTo>
                <a:lnTo>
                  <a:pt x="0" y="20496"/>
                </a:lnTo>
                <a:cubicBezTo>
                  <a:pt x="0" y="20827"/>
                  <a:pt x="-1" y="21025"/>
                  <a:pt x="119" y="21158"/>
                </a:cubicBezTo>
                <a:cubicBezTo>
                  <a:pt x="269" y="21349"/>
                  <a:pt x="595" y="21500"/>
                  <a:pt x="1008" y="21569"/>
                </a:cubicBezTo>
                <a:cubicBezTo>
                  <a:pt x="1078" y="21582"/>
                  <a:pt x="1157" y="21592"/>
                  <a:pt x="1246" y="21600"/>
                </a:cubicBezTo>
                <a:lnTo>
                  <a:pt x="20352" y="21600"/>
                </a:lnTo>
                <a:cubicBezTo>
                  <a:pt x="20441" y="21592"/>
                  <a:pt x="20520" y="21582"/>
                  <a:pt x="20590" y="21569"/>
                </a:cubicBezTo>
                <a:cubicBezTo>
                  <a:pt x="21003" y="21500"/>
                  <a:pt x="21329" y="21349"/>
                  <a:pt x="21479" y="21158"/>
                </a:cubicBezTo>
                <a:cubicBezTo>
                  <a:pt x="21599" y="21025"/>
                  <a:pt x="21598" y="20827"/>
                  <a:pt x="21598" y="20496"/>
                </a:cubicBezTo>
                <a:lnTo>
                  <a:pt x="21598" y="1105"/>
                </a:lnTo>
                <a:cubicBezTo>
                  <a:pt x="21598" y="774"/>
                  <a:pt x="21599" y="575"/>
                  <a:pt x="21479" y="442"/>
                </a:cubicBezTo>
                <a:cubicBezTo>
                  <a:pt x="21329" y="251"/>
                  <a:pt x="21003" y="100"/>
                  <a:pt x="20590" y="31"/>
                </a:cubicBezTo>
                <a:cubicBezTo>
                  <a:pt x="20520" y="18"/>
                  <a:pt x="20441" y="8"/>
                  <a:pt x="20352" y="0"/>
                </a:cubicBezTo>
                <a:lnTo>
                  <a:pt x="1246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IG_POST.png" descr="IG_POST.png">
            <a:extLst>
              <a:ext uri="{FF2B5EF4-FFF2-40B4-BE49-F238E27FC236}">
                <a16:creationId xmlns:a16="http://schemas.microsoft.com/office/drawing/2014/main" id="{11D87DB7-E158-DF6B-D4A8-F52EE9EA38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" r="110" b="1"/>
          <a:stretch>
            <a:fillRect/>
          </a:stretch>
        </p:blipFill>
        <p:spPr>
          <a:xfrm>
            <a:off x="3342711" y="354482"/>
            <a:ext cx="2558257" cy="55485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2442" y="0"/>
                </a:moveTo>
                <a:cubicBezTo>
                  <a:pt x="1726" y="0"/>
                  <a:pt x="1295" y="0"/>
                  <a:pt x="1008" y="55"/>
                </a:cubicBezTo>
                <a:cubicBezTo>
                  <a:pt x="595" y="125"/>
                  <a:pt x="269" y="275"/>
                  <a:pt x="119" y="465"/>
                </a:cubicBezTo>
                <a:cubicBezTo>
                  <a:pt x="-1" y="598"/>
                  <a:pt x="0" y="796"/>
                  <a:pt x="0" y="1127"/>
                </a:cubicBezTo>
                <a:lnTo>
                  <a:pt x="0" y="20474"/>
                </a:lnTo>
                <a:cubicBezTo>
                  <a:pt x="0" y="20805"/>
                  <a:pt x="-1" y="21002"/>
                  <a:pt x="119" y="21135"/>
                </a:cubicBezTo>
                <a:cubicBezTo>
                  <a:pt x="269" y="21325"/>
                  <a:pt x="595" y="21475"/>
                  <a:pt x="1008" y="21545"/>
                </a:cubicBezTo>
                <a:cubicBezTo>
                  <a:pt x="1295" y="21600"/>
                  <a:pt x="1726" y="21600"/>
                  <a:pt x="2442" y="21600"/>
                </a:cubicBezTo>
                <a:lnTo>
                  <a:pt x="19156" y="21600"/>
                </a:lnTo>
                <a:cubicBezTo>
                  <a:pt x="19872" y="21600"/>
                  <a:pt x="20303" y="21600"/>
                  <a:pt x="20590" y="21545"/>
                </a:cubicBezTo>
                <a:cubicBezTo>
                  <a:pt x="21003" y="21475"/>
                  <a:pt x="21329" y="21325"/>
                  <a:pt x="21479" y="21135"/>
                </a:cubicBezTo>
                <a:cubicBezTo>
                  <a:pt x="21599" y="21002"/>
                  <a:pt x="21598" y="20805"/>
                  <a:pt x="21598" y="20474"/>
                </a:cubicBezTo>
                <a:lnTo>
                  <a:pt x="21598" y="1127"/>
                </a:lnTo>
                <a:cubicBezTo>
                  <a:pt x="21598" y="796"/>
                  <a:pt x="21599" y="598"/>
                  <a:pt x="21479" y="465"/>
                </a:cubicBezTo>
                <a:cubicBezTo>
                  <a:pt x="21329" y="275"/>
                  <a:pt x="21003" y="125"/>
                  <a:pt x="20590" y="55"/>
                </a:cubicBezTo>
                <a:cubicBezTo>
                  <a:pt x="20303" y="0"/>
                  <a:pt x="19872" y="0"/>
                  <a:pt x="19156" y="0"/>
                </a:cubicBezTo>
                <a:lnTo>
                  <a:pt x="2442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41C5BD93-C5CA-997B-A1DE-CB424A8133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838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74981D7B-B166-097D-1C28-96AD5BEE33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069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Image">
            <a:extLst>
              <a:ext uri="{FF2B5EF4-FFF2-40B4-BE49-F238E27FC236}">
                <a16:creationId xmlns:a16="http://schemas.microsoft.com/office/drawing/2014/main" id="{56087790-16F1-2BF0-2FEA-5D49F9A1886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08803" y="1027733"/>
            <a:ext cx="204166" cy="204166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4" name="Picture Placeholder 59">
            <a:extLst>
              <a:ext uri="{FF2B5EF4-FFF2-40B4-BE49-F238E27FC236}">
                <a16:creationId xmlns:a16="http://schemas.microsoft.com/office/drawing/2014/main" id="{06F4D35F-15A7-E341-507F-4A341BB0670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340894" y="1309688"/>
            <a:ext cx="2561431" cy="3201194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150D4173-F894-8B0F-418B-077D7B2B83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057" y="250032"/>
            <a:ext cx="2809875" cy="57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9489FC76-D3FD-9955-CFE4-AA3ED0A7DFF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54769" y="106033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837F925C-8233-9E25-1DC9-F1E9CE9D81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651" y="4666368"/>
            <a:ext cx="664387" cy="127883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Website.com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DA5C6641-2EA8-DF15-D823-5D916C9F9E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66651" y="4801305"/>
            <a:ext cx="664387" cy="127883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9D386EC3-BE76-3966-E00C-2873908518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93894" y="4710907"/>
            <a:ext cx="469900" cy="180975"/>
          </a:xfrm>
          <a:prstGeom prst="roundRect">
            <a:avLst>
              <a:gd name="adj" fmla="val 19454"/>
            </a:avLst>
          </a:prstGeom>
          <a:solidFill>
            <a:srgbClr val="DDE0E5"/>
          </a:solidFill>
          <a:ln>
            <a:noFill/>
          </a:ln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825500">
              <a:lnSpc>
                <a:spcPct val="110000"/>
              </a:lnSpc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23860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28432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33004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3757613" indent="-100013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00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defRPr/>
            </a:pPr>
            <a:endParaRPr lang="en-US" altLang="en-US" sz="1600">
              <a:solidFill>
                <a:srgbClr val="FFFFFF"/>
              </a:solidFill>
              <a:latin typeface="Helvetica" pitchFamily="2" charset="0"/>
            </a:endParaRP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CDD9C7C-38B0-4830-50B8-7A12F4CEA04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56875" y="4737453"/>
            <a:ext cx="343939" cy="127883"/>
          </a:xfrm>
        </p:spPr>
        <p:txBody>
          <a:bodyPr anchor="t">
            <a:noAutofit/>
          </a:bodyPr>
          <a:lstStyle>
            <a:lvl1pPr marL="0" indent="0" algn="ctr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CTA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824F7558-5038-4BC4-3E6F-669007B41E9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238500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34" name="Text Placeholder 54">
            <a:extLst>
              <a:ext uri="{FF2B5EF4-FFF2-40B4-BE49-F238E27FC236}">
                <a16:creationId xmlns:a16="http://schemas.microsoft.com/office/drawing/2014/main" id="{7FAC56A4-A4E4-110D-0E07-1256A00B61B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85443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C518C1F5-4BD8-2B70-9696-BA4FA193530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32385" y="6138617"/>
            <a:ext cx="2610291" cy="389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Instagram</a:t>
            </a:r>
            <a:br>
              <a:rPr lang="en-US"/>
            </a:br>
            <a:r>
              <a:rPr lang="en-US"/>
              <a:t>Post</a:t>
            </a:r>
          </a:p>
        </p:txBody>
      </p:sp>
      <p:sp>
        <p:nvSpPr>
          <p:cNvPr id="12" name="Image">
            <a:extLst>
              <a:ext uri="{FF2B5EF4-FFF2-40B4-BE49-F238E27FC236}">
                <a16:creationId xmlns:a16="http://schemas.microsoft.com/office/drawing/2014/main" id="{CF5C7C9D-7420-8AF9-F145-DDA5825F846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17226" y="1044078"/>
            <a:ext cx="317280" cy="317280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3" name="Image">
            <a:extLst>
              <a:ext uri="{FF2B5EF4-FFF2-40B4-BE49-F238E27FC236}">
                <a16:creationId xmlns:a16="http://schemas.microsoft.com/office/drawing/2014/main" id="{BA9D8688-D0B8-2ABA-4DDA-6457C5EA91F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605218" y="749240"/>
            <a:ext cx="254196" cy="254196"/>
          </a:xfrm>
          <a:prstGeom prst="ellipse">
            <a:avLst/>
          </a:prstGeom>
          <a:solidFill>
            <a:srgbClr val="9EA6B0"/>
          </a:solidFill>
        </p:spPr>
        <p:txBody>
          <a:bodyPr lIns="91439" tIns="45719" rIns="91439" bIns="45719">
            <a:noAutofit/>
          </a:bodyPr>
          <a:lstStyle>
            <a:lvl1pPr>
              <a:defRPr sz="100">
                <a:latin typeface="Helvetica" pitchFamily="2" charset="0"/>
              </a:defRPr>
            </a:lvl1pPr>
          </a:lstStyle>
          <a:p>
            <a:pPr lvl="0"/>
            <a:endParaRPr noProof="0">
              <a:sym typeface="Helvetica Neue Medium"/>
            </a:endParaRPr>
          </a:p>
        </p:txBody>
      </p:sp>
      <p:sp>
        <p:nvSpPr>
          <p:cNvPr id="15" name="Picture Placeholder 60">
            <a:extLst>
              <a:ext uri="{FF2B5EF4-FFF2-40B4-BE49-F238E27FC236}">
                <a16:creationId xmlns:a16="http://schemas.microsoft.com/office/drawing/2014/main" id="{82C4CB7E-7B6C-9348-F0E2-67D471EAF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88176" y="1406525"/>
            <a:ext cx="2563725" cy="3201194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61">
            <a:extLst>
              <a:ext uri="{FF2B5EF4-FFF2-40B4-BE49-F238E27FC236}">
                <a16:creationId xmlns:a16="http://schemas.microsoft.com/office/drawing/2014/main" id="{292FC99F-CC86-A648-0BDE-F1C1C100DE1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242430" y="1740694"/>
            <a:ext cx="2558252" cy="2559050"/>
          </a:xfrm>
          <a:custGeom>
            <a:avLst/>
            <a:gdLst>
              <a:gd name="connsiteX0" fmla="*/ 0 w 5122862"/>
              <a:gd name="connsiteY0" fmla="*/ 0 h 6402388"/>
              <a:gd name="connsiteX1" fmla="*/ 5122862 w 5122862"/>
              <a:gd name="connsiteY1" fmla="*/ 0 h 6402388"/>
              <a:gd name="connsiteX2" fmla="*/ 5122862 w 5122862"/>
              <a:gd name="connsiteY2" fmla="*/ 6402388 h 6402388"/>
              <a:gd name="connsiteX3" fmla="*/ 0 w 5122862"/>
              <a:gd name="connsiteY3" fmla="*/ 6402388 h 64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862" h="6402388">
                <a:moveTo>
                  <a:pt x="0" y="0"/>
                </a:moveTo>
                <a:lnTo>
                  <a:pt x="5122862" y="0"/>
                </a:lnTo>
                <a:lnTo>
                  <a:pt x="5122862" y="6402388"/>
                </a:lnTo>
                <a:lnTo>
                  <a:pt x="0" y="6402388"/>
                </a:ln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latin typeface="Helvetica" pitchFamily="2" charset="0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6CF1E9-A6BC-B1EF-BA7E-E2854FDE39C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98984" y="76518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F3AFCFE5-3691-79CC-D56F-01CF1911596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3485" y="1081178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7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D87877A-7161-3887-8E33-62AEC4DCC9E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98984" y="923936"/>
            <a:ext cx="1631509" cy="138959"/>
          </a:xfrm>
        </p:spPr>
        <p:txBody>
          <a:bodyPr anchor="ctr">
            <a:noAutofit/>
          </a:bodyPr>
          <a:lstStyle>
            <a:lvl1pPr marL="0" indent="0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9E5727B-EBF3-7EBA-575C-EE76DC2DB82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66651" y="1104018"/>
            <a:ext cx="2410637" cy="250914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96A0A7C-57D0-57D0-9AC7-FA00EDE912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11781" y="1416438"/>
            <a:ext cx="2410637" cy="250914"/>
          </a:xfrm>
        </p:spPr>
        <p:txBody>
          <a:bodyPr anchor="t">
            <a:noAutofit/>
          </a:bodyPr>
          <a:lstStyle>
            <a:lvl1pPr marL="0" indent="0"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95EF7EA0-6EBD-3B34-02CD-DED625122B9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63485" y="1209686"/>
            <a:ext cx="1631509" cy="1389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65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Username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0E62561D-BBDB-C3D6-A0DE-A708B788970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17226" y="4369418"/>
            <a:ext cx="1169443" cy="187501"/>
          </a:xfrm>
        </p:spPr>
        <p:txBody>
          <a:bodyPr anchor="t">
            <a:noAutofit/>
          </a:bodyPr>
          <a:lstStyle>
            <a:lvl1pPr marL="0" indent="0">
              <a:buNone/>
              <a:defRPr sz="1000">
                <a:solidFill>
                  <a:schemeClr val="accent2">
                    <a:lumMod val="10000"/>
                  </a:schemeClr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8606E8B4-3ED5-749E-9775-04E817A1E7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315365" y="4373871"/>
            <a:ext cx="411816" cy="175508"/>
          </a:xfrm>
        </p:spPr>
        <p:txBody>
          <a:bodyPr anchor="t">
            <a:noAutofit/>
          </a:bodyPr>
          <a:lstStyle>
            <a:lvl1pPr marL="0" indent="0" algn="ctr">
              <a:buNone/>
              <a:defRPr sz="1150">
                <a:solidFill>
                  <a:srgbClr val="2C64BC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CTA</a:t>
            </a:r>
          </a:p>
        </p:txBody>
      </p:sp>
      <p:sp>
        <p:nvSpPr>
          <p:cNvPr id="2" name="Rectangle: Rounded Corners 26">
            <a:extLst>
              <a:ext uri="{FF2B5EF4-FFF2-40B4-BE49-F238E27FC236}">
                <a16:creationId xmlns:a16="http://schemas.microsoft.com/office/drawing/2014/main" id="{03C014C6-3FE7-02EE-FFA7-276F54C65BF0}"/>
              </a:ext>
            </a:extLst>
          </p:cNvPr>
          <p:cNvSpPr/>
          <p:nvPr userDrawn="1"/>
        </p:nvSpPr>
        <p:spPr>
          <a:xfrm>
            <a:off x="11269697" y="4251056"/>
            <a:ext cx="513919" cy="418366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rgbClr val="2C64BC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" pitchFamily="2" charset="0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999A42-8E03-28B0-4B07-9272DCEE10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83262" y="6329135"/>
            <a:ext cx="45564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8" name="Text Placeholder 54">
            <a:extLst>
              <a:ext uri="{FF2B5EF4-FFF2-40B4-BE49-F238E27FC236}">
                <a16:creationId xmlns:a16="http://schemas.microsoft.com/office/drawing/2014/main" id="{C42F6FBA-8381-AFCD-3C65-FE2BF566D44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754" y="1968072"/>
            <a:ext cx="2521193" cy="289726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39" name="Title 11">
            <a:extLst>
              <a:ext uri="{FF2B5EF4-FFF2-40B4-BE49-F238E27FC236}">
                <a16:creationId xmlns:a16="http://schemas.microsoft.com/office/drawing/2014/main" id="{952FF4FF-AB92-8C72-CCA4-664CE36F3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4" y="381794"/>
            <a:ext cx="2465486" cy="1421605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pic>
        <p:nvPicPr>
          <p:cNvPr id="40" name="Picture 39" descr="A black and white logo&#10;&#10;AI-generated content may be incorrect.">
            <a:extLst>
              <a:ext uri="{FF2B5EF4-FFF2-40B4-BE49-F238E27FC236}">
                <a16:creationId xmlns:a16="http://schemas.microsoft.com/office/drawing/2014/main" id="{5D7EF7C7-3050-2F16-85F5-BDA0ED888FF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89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">
            <a:extLst>
              <a:ext uri="{FF2B5EF4-FFF2-40B4-BE49-F238E27FC236}">
                <a16:creationId xmlns:a16="http://schemas.microsoft.com/office/drawing/2014/main" id="{F239065F-14D8-C2D1-FF60-E7CAD99B12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D924892-EBD3-79A9-40C3-03A2843490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6E8D6745-DFD8-6D47-31C7-261CBAF5F5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B28460E8-D8CD-1F76-16B9-2CBD4EFDC0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1961887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E74E3103-BA84-D3D8-BF80-CE3FD2CAD8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1961887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1EB9DC04-CB93-0375-AFDA-4CEAB55F84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2758B2F7-F3FF-9C9C-7630-0C7F918361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BDA8CB3C-C731-C603-CF23-5558FB5184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31BDDA1D-C6D0-14C2-1434-F116DF89F6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EBB8EB47-005A-5B98-62E3-1DFFE620AF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8" name="Rounded Rectangle">
            <a:extLst>
              <a:ext uri="{FF2B5EF4-FFF2-40B4-BE49-F238E27FC236}">
                <a16:creationId xmlns:a16="http://schemas.microsoft.com/office/drawing/2014/main" id="{E85B71E8-3813-FD42-847B-8E93667044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1D4BF073-06B7-59A8-4324-D9D392307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3363909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991784F1-4DEC-A37A-CE60-8115029E35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3363909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1" name="Rounded Rectangle">
            <a:extLst>
              <a:ext uri="{FF2B5EF4-FFF2-40B4-BE49-F238E27FC236}">
                <a16:creationId xmlns:a16="http://schemas.microsoft.com/office/drawing/2014/main" id="{794BAD04-F85D-D69D-F98A-91DBD18683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4310337F-4A74-F816-7B77-1B857BC2B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382A61ED-62B1-06FC-2747-BA38EE3D42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4" name="Rounded Rectangle">
            <a:extLst>
              <a:ext uri="{FF2B5EF4-FFF2-40B4-BE49-F238E27FC236}">
                <a16:creationId xmlns:a16="http://schemas.microsoft.com/office/drawing/2014/main" id="{44B6A760-8B14-3677-675D-538BCF7A0C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4766736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B9EB892B-3DAF-6D28-48C6-46220A7F2B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4766736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0123E816-B98E-B5D4-F761-C9F83411B8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7" name="Rounded Rectangle">
            <a:extLst>
              <a:ext uri="{FF2B5EF4-FFF2-40B4-BE49-F238E27FC236}">
                <a16:creationId xmlns:a16="http://schemas.microsoft.com/office/drawing/2014/main" id="{B8E50878-A0C1-B3E0-666C-9A5078ECB9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8" name="Rounded Rectangle">
            <a:extLst>
              <a:ext uri="{FF2B5EF4-FFF2-40B4-BE49-F238E27FC236}">
                <a16:creationId xmlns:a16="http://schemas.microsoft.com/office/drawing/2014/main" id="{600F2C12-FE1B-08AB-0CC7-94304097AF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FE62D4F-D6EB-F3AC-0B31-F4593B37B4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44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Monday</a:t>
            </a:r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FE2493FF-A10B-37FD-67BC-E78DF23B9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71725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1"/>
                </a:solidFill>
              </a:defRPr>
            </a:lvl1pPr>
          </a:lstStyle>
          <a:p>
            <a:r>
              <a:rPr lang="en-US"/>
              <a:t>Tuesday</a:t>
            </a:r>
          </a:p>
        </p:txBody>
      </p:sp>
      <p:sp>
        <p:nvSpPr>
          <p:cNvPr id="47" name="Text Placeholder 44">
            <a:extLst>
              <a:ext uri="{FF2B5EF4-FFF2-40B4-BE49-F238E27FC236}">
                <a16:creationId xmlns:a16="http://schemas.microsoft.com/office/drawing/2014/main" id="{273FB268-F8E5-E107-03A2-BCC70257A0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7007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1"/>
                </a:solidFill>
              </a:defRPr>
            </a:lvl1pPr>
          </a:lstStyle>
          <a:p>
            <a:r>
              <a:rPr lang="en-US"/>
              <a:t>Wednesday</a:t>
            </a:r>
          </a:p>
        </p:txBody>
      </p:sp>
      <p:sp>
        <p:nvSpPr>
          <p:cNvPr id="48" name="Text Placeholder 44">
            <a:extLst>
              <a:ext uri="{FF2B5EF4-FFF2-40B4-BE49-F238E27FC236}">
                <a16:creationId xmlns:a16="http://schemas.microsoft.com/office/drawing/2014/main" id="{3FF75891-80FC-5D24-0435-802B58AED5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2288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1"/>
                </a:solidFill>
              </a:defRPr>
            </a:lvl1pPr>
          </a:lstStyle>
          <a:p>
            <a:r>
              <a:rPr lang="en-US"/>
              <a:t>Thursday</a:t>
            </a:r>
          </a:p>
        </p:txBody>
      </p:sp>
      <p:sp>
        <p:nvSpPr>
          <p:cNvPr id="49" name="Text Placeholder 44">
            <a:extLst>
              <a:ext uri="{FF2B5EF4-FFF2-40B4-BE49-F238E27FC236}">
                <a16:creationId xmlns:a16="http://schemas.microsoft.com/office/drawing/2014/main" id="{F71810C6-DF40-B50C-ED21-1DB08FF9BD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6775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1"/>
                </a:solidFill>
              </a:defRPr>
            </a:lvl1pPr>
          </a:lstStyle>
          <a:p>
            <a:r>
              <a:rPr lang="en-US"/>
              <a:t>Friday</a:t>
            </a:r>
          </a:p>
        </p:txBody>
      </p:sp>
      <p:sp>
        <p:nvSpPr>
          <p:cNvPr id="50" name="Text Placeholder 44">
            <a:extLst>
              <a:ext uri="{FF2B5EF4-FFF2-40B4-BE49-F238E27FC236}">
                <a16:creationId xmlns:a16="http://schemas.microsoft.com/office/drawing/2014/main" id="{DD61037C-1925-1287-E569-EC8F2F9C2C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1263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tx1"/>
                </a:solidFill>
              </a:defRPr>
            </a:lvl1pPr>
          </a:lstStyle>
          <a:p>
            <a:r>
              <a:rPr lang="en-US"/>
              <a:t>Saturday</a:t>
            </a:r>
          </a:p>
        </p:txBody>
      </p:sp>
      <p:sp>
        <p:nvSpPr>
          <p:cNvPr id="51" name="Text Placeholder 44">
            <a:extLst>
              <a:ext uri="{FF2B5EF4-FFF2-40B4-BE49-F238E27FC236}">
                <a16:creationId xmlns:a16="http://schemas.microsoft.com/office/drawing/2014/main" id="{76845E8F-C409-5E18-0002-6F914A194D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5750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1"/>
                </a:solidFill>
              </a:defRPr>
            </a:lvl1pPr>
          </a:lstStyle>
          <a:p>
            <a:r>
              <a:rPr lang="en-US"/>
              <a:t>Sunday</a:t>
            </a:r>
          </a:p>
        </p:txBody>
      </p:sp>
      <p:sp>
        <p:nvSpPr>
          <p:cNvPr id="52" name="Text Placeholder 44">
            <a:extLst>
              <a:ext uri="{FF2B5EF4-FFF2-40B4-BE49-F238E27FC236}">
                <a16:creationId xmlns:a16="http://schemas.microsoft.com/office/drawing/2014/main" id="{02148DBE-D19A-599A-7FA4-AA672147F1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92471" y="2436548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</a:t>
            </a:r>
          </a:p>
        </p:txBody>
      </p:sp>
      <p:sp>
        <p:nvSpPr>
          <p:cNvPr id="53" name="Text Placeholder 44">
            <a:extLst>
              <a:ext uri="{FF2B5EF4-FFF2-40B4-BE49-F238E27FC236}">
                <a16:creationId xmlns:a16="http://schemas.microsoft.com/office/drawing/2014/main" id="{AF3DB955-4DC9-8E5F-B1F5-431B2C6231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92471" y="3838570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accent1"/>
                </a:solidFill>
              </a:defRPr>
            </a:lvl1pPr>
          </a:lstStyle>
          <a:p>
            <a:r>
              <a:rPr lang="en-US"/>
              <a:t>Facebook</a:t>
            </a:r>
          </a:p>
        </p:txBody>
      </p:sp>
      <p:sp>
        <p:nvSpPr>
          <p:cNvPr id="54" name="Text Placeholder 44">
            <a:extLst>
              <a:ext uri="{FF2B5EF4-FFF2-40B4-BE49-F238E27FC236}">
                <a16:creationId xmlns:a16="http://schemas.microsoft.com/office/drawing/2014/main" id="{332DC11D-D9B0-45D2-ADC9-B2C88A6271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92470" y="5241397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tx1"/>
                </a:solidFill>
              </a:defRPr>
            </a:lvl1pPr>
          </a:lstStyle>
          <a:p>
            <a:r>
              <a:rPr lang="en-US"/>
              <a:t>LinkedIn</a:t>
            </a:r>
          </a:p>
        </p:txBody>
      </p:sp>
      <p:sp>
        <p:nvSpPr>
          <p:cNvPr id="55" name="Text Placeholder 44">
            <a:extLst>
              <a:ext uri="{FF2B5EF4-FFF2-40B4-BE49-F238E27FC236}">
                <a16:creationId xmlns:a16="http://schemas.microsoft.com/office/drawing/2014/main" id="{5E13E556-49DB-254C-3845-156F31CBCF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443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6" name="Text Placeholder 44">
            <a:extLst>
              <a:ext uri="{FF2B5EF4-FFF2-40B4-BE49-F238E27FC236}">
                <a16:creationId xmlns:a16="http://schemas.microsoft.com/office/drawing/2014/main" id="{8C2C7C4D-6273-539F-BE81-35547A9060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51724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7" name="Text Placeholder 44">
            <a:extLst>
              <a:ext uri="{FF2B5EF4-FFF2-40B4-BE49-F238E27FC236}">
                <a16:creationId xmlns:a16="http://schemas.microsoft.com/office/drawing/2014/main" id="{5FFE2A22-8956-176A-F463-104E709DF2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6609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8" name="Text Placeholder 44">
            <a:extLst>
              <a:ext uri="{FF2B5EF4-FFF2-40B4-BE49-F238E27FC236}">
                <a16:creationId xmlns:a16="http://schemas.microsoft.com/office/drawing/2014/main" id="{A2DF08D9-EA05-A19F-4697-05C85B806A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1890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9" name="Text Placeholder 44">
            <a:extLst>
              <a:ext uri="{FF2B5EF4-FFF2-40B4-BE49-F238E27FC236}">
                <a16:creationId xmlns:a16="http://schemas.microsoft.com/office/drawing/2014/main" id="{A8A56A3D-F5EF-767B-789E-6EF5B95292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6774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0" name="Text Placeholder 44">
            <a:extLst>
              <a:ext uri="{FF2B5EF4-FFF2-40B4-BE49-F238E27FC236}">
                <a16:creationId xmlns:a16="http://schemas.microsoft.com/office/drawing/2014/main" id="{BEBA44DA-7A21-6496-69FE-F5E6485924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12056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1" name="Text Placeholder 44">
            <a:extLst>
              <a:ext uri="{FF2B5EF4-FFF2-40B4-BE49-F238E27FC236}">
                <a16:creationId xmlns:a16="http://schemas.microsoft.com/office/drawing/2014/main" id="{B4287E09-0AA1-8E7B-03EB-A3246A98EE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27337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2" name="Text Placeholder 44">
            <a:extLst>
              <a:ext uri="{FF2B5EF4-FFF2-40B4-BE49-F238E27FC236}">
                <a16:creationId xmlns:a16="http://schemas.microsoft.com/office/drawing/2014/main" id="{9B3F3901-419D-68BF-8B94-79989356EE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443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3" name="Text Placeholder 44">
            <a:extLst>
              <a:ext uri="{FF2B5EF4-FFF2-40B4-BE49-F238E27FC236}">
                <a16:creationId xmlns:a16="http://schemas.microsoft.com/office/drawing/2014/main" id="{B1669CBD-D7E7-1E1D-FEFE-554D5144F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51724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4" name="Text Placeholder 44">
            <a:extLst>
              <a:ext uri="{FF2B5EF4-FFF2-40B4-BE49-F238E27FC236}">
                <a16:creationId xmlns:a16="http://schemas.microsoft.com/office/drawing/2014/main" id="{AFD8B7F0-AAA1-1248-6DFD-D05066910F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66609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5" name="Text Placeholder 44">
            <a:extLst>
              <a:ext uri="{FF2B5EF4-FFF2-40B4-BE49-F238E27FC236}">
                <a16:creationId xmlns:a16="http://schemas.microsoft.com/office/drawing/2014/main" id="{48620DBB-C862-22E3-0BBB-2DB7421B6C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81890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6" name="Text Placeholder 44">
            <a:extLst>
              <a:ext uri="{FF2B5EF4-FFF2-40B4-BE49-F238E27FC236}">
                <a16:creationId xmlns:a16="http://schemas.microsoft.com/office/drawing/2014/main" id="{BC6F2C3B-E584-713F-168D-DA9B82E6E9F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96774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7" name="Text Placeholder 44">
            <a:extLst>
              <a:ext uri="{FF2B5EF4-FFF2-40B4-BE49-F238E27FC236}">
                <a16:creationId xmlns:a16="http://schemas.microsoft.com/office/drawing/2014/main" id="{261EBD84-007D-574B-E125-62B951D8228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12056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8" name="Text Placeholder 44">
            <a:extLst>
              <a:ext uri="{FF2B5EF4-FFF2-40B4-BE49-F238E27FC236}">
                <a16:creationId xmlns:a16="http://schemas.microsoft.com/office/drawing/2014/main" id="{DD7330D5-6A73-1FF9-8F94-F5927BAAEC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27337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9" name="Text Placeholder 44">
            <a:extLst>
              <a:ext uri="{FF2B5EF4-FFF2-40B4-BE49-F238E27FC236}">
                <a16:creationId xmlns:a16="http://schemas.microsoft.com/office/drawing/2014/main" id="{D26E78A0-B504-3FEC-7F19-9DD85C0E36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6443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A56862B8-6F2A-7A69-6963-D780910492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451724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BFE3AF3D-82A9-4E75-5A8F-67595377972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66609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568133CF-DF93-B9EA-8A6F-678FDA006FC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81890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E14BEBF3-FE57-5E40-4836-9587DD8D8D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96774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6CD24480-BA1A-A691-2E9A-2DD60C2BE21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12056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DC205FE-B933-1BB3-0849-C74CC2D1DF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527337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260062-E46D-30FC-6C7D-FA8971EF15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742573-27CE-51AF-AF12-DA6A526D2ACD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3C4B0187-3612-0F8C-E85D-6A314684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6388051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">
            <a:extLst>
              <a:ext uri="{FF2B5EF4-FFF2-40B4-BE49-F238E27FC236}">
                <a16:creationId xmlns:a16="http://schemas.microsoft.com/office/drawing/2014/main" id="{F239065F-14D8-C2D1-FF60-E7CAD99B12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D924892-EBD3-79A9-40C3-03A2843490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6E8D6745-DFD8-6D47-31C7-261CBAF5F5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B28460E8-D8CD-1F76-16B9-2CBD4EFDC0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1961887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E74E3103-BA84-D3D8-BF80-CE3FD2CAD8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1961887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1EB9DC04-CB93-0375-AFDA-4CEAB55F84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4" name="Rounded Rectangle">
            <a:extLst>
              <a:ext uri="{FF2B5EF4-FFF2-40B4-BE49-F238E27FC236}">
                <a16:creationId xmlns:a16="http://schemas.microsoft.com/office/drawing/2014/main" id="{2758B2F7-F3FF-9C9C-7630-0C7F918361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BDA8CB3C-C731-C603-CF23-5558FB5184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1961887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31BDDA1D-C6D0-14C2-1434-F116DF89F6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EBB8EB47-005A-5B98-62E3-1DFFE620AF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18" name="Rounded Rectangle">
            <a:extLst>
              <a:ext uri="{FF2B5EF4-FFF2-40B4-BE49-F238E27FC236}">
                <a16:creationId xmlns:a16="http://schemas.microsoft.com/office/drawing/2014/main" id="{E85B71E8-3813-FD42-847B-8E93667044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1D4BF073-06B7-59A8-4324-D9D392307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3363909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991784F1-4DEC-A37A-CE60-8115029E35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3363909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1" name="Rounded Rectangle">
            <a:extLst>
              <a:ext uri="{FF2B5EF4-FFF2-40B4-BE49-F238E27FC236}">
                <a16:creationId xmlns:a16="http://schemas.microsoft.com/office/drawing/2014/main" id="{794BAD04-F85D-D69D-F98A-91DBD18683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3363909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4310337F-4A74-F816-7B77-1B857BC2B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6444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382A61ED-62B1-06FC-2747-BA38EE3D42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71725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4" name="Rounded Rectangle">
            <a:extLst>
              <a:ext uri="{FF2B5EF4-FFF2-40B4-BE49-F238E27FC236}">
                <a16:creationId xmlns:a16="http://schemas.microsoft.com/office/drawing/2014/main" id="{44B6A760-8B14-3677-675D-538BCF7A0C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6213" y="4766736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B9EB892B-3DAF-6D28-48C6-46220A7F2B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01494" y="4766736"/>
            <a:ext cx="1458119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0123E816-B98E-B5D4-F761-C9F83411B8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2057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7" name="Rounded Rectangle">
            <a:extLst>
              <a:ext uri="{FF2B5EF4-FFF2-40B4-BE49-F238E27FC236}">
                <a16:creationId xmlns:a16="http://schemas.microsoft.com/office/drawing/2014/main" id="{B8E50878-A0C1-B3E0-666C-9A5078ECB9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47338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28" name="Rounded Rectangle">
            <a:extLst>
              <a:ext uri="{FF2B5EF4-FFF2-40B4-BE49-F238E27FC236}">
                <a16:creationId xmlns:a16="http://schemas.microsoft.com/office/drawing/2014/main" id="{600F2C12-FE1B-08AB-0CC7-94304097AF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6775" y="4766736"/>
            <a:ext cx="1457325" cy="1244600"/>
          </a:xfrm>
          <a:prstGeom prst="roundRect">
            <a:avLst>
              <a:gd name="adj" fmla="val 6880"/>
            </a:avLst>
          </a:prstGeom>
          <a:solidFill>
            <a:srgbClr val="000000">
              <a:alpha val="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01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097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0193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628900" indent="-190500" algn="ctr" defTabSz="825500">
              <a:lnSpc>
                <a:spcPct val="110000"/>
              </a:lnSpc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30861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35433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40005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4457700" indent="-190500" algn="ctr" defTabSz="8255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SzPct val="123000"/>
              <a:buChar char="•"/>
              <a:defRPr sz="1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eaLnBrk="1">
              <a:lnSpc>
                <a:spcPct val="100000"/>
              </a:lnSpc>
              <a:buSzTx/>
              <a:buFontTx/>
              <a:buNone/>
            </a:pPr>
            <a:endParaRPr lang="en-US" altLang="en-US" sz="1600">
              <a:solidFill>
                <a:schemeClr val="accent3"/>
              </a:solidFill>
            </a:endParaRP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FE62D4F-D6EB-F3AC-0B31-F4593B37B4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44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Monday</a:t>
            </a:r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FE2493FF-A10B-37FD-67BC-E78DF23B9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71725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bg1"/>
                </a:solidFill>
              </a:defRPr>
            </a:lvl1pPr>
          </a:lstStyle>
          <a:p>
            <a:r>
              <a:rPr lang="en-US"/>
              <a:t>Tuesday</a:t>
            </a:r>
          </a:p>
        </p:txBody>
      </p:sp>
      <p:sp>
        <p:nvSpPr>
          <p:cNvPr id="47" name="Text Placeholder 44">
            <a:extLst>
              <a:ext uri="{FF2B5EF4-FFF2-40B4-BE49-F238E27FC236}">
                <a16:creationId xmlns:a16="http://schemas.microsoft.com/office/drawing/2014/main" id="{273FB268-F8E5-E107-03A2-BCC70257A0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7007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3"/>
                </a:solidFill>
              </a:defRPr>
            </a:lvl1pPr>
          </a:lstStyle>
          <a:p>
            <a:r>
              <a:rPr lang="en-US"/>
              <a:t>Wednesday</a:t>
            </a:r>
          </a:p>
        </p:txBody>
      </p:sp>
      <p:sp>
        <p:nvSpPr>
          <p:cNvPr id="48" name="Text Placeholder 44">
            <a:extLst>
              <a:ext uri="{FF2B5EF4-FFF2-40B4-BE49-F238E27FC236}">
                <a16:creationId xmlns:a16="http://schemas.microsoft.com/office/drawing/2014/main" id="{3FF75891-80FC-5D24-0435-802B58AED5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2288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bg1"/>
                </a:solidFill>
              </a:defRPr>
            </a:lvl1pPr>
          </a:lstStyle>
          <a:p>
            <a:r>
              <a:rPr lang="en-US"/>
              <a:t>Thursday</a:t>
            </a:r>
          </a:p>
        </p:txBody>
      </p:sp>
      <p:sp>
        <p:nvSpPr>
          <p:cNvPr id="49" name="Text Placeholder 44">
            <a:extLst>
              <a:ext uri="{FF2B5EF4-FFF2-40B4-BE49-F238E27FC236}">
                <a16:creationId xmlns:a16="http://schemas.microsoft.com/office/drawing/2014/main" id="{F71810C6-DF40-B50C-ED21-1DB08FF9BD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6775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3"/>
                </a:solidFill>
              </a:defRPr>
            </a:lvl1pPr>
          </a:lstStyle>
          <a:p>
            <a:r>
              <a:rPr lang="en-US"/>
              <a:t>Friday</a:t>
            </a:r>
          </a:p>
        </p:txBody>
      </p:sp>
      <p:sp>
        <p:nvSpPr>
          <p:cNvPr id="50" name="Text Placeholder 44">
            <a:extLst>
              <a:ext uri="{FF2B5EF4-FFF2-40B4-BE49-F238E27FC236}">
                <a16:creationId xmlns:a16="http://schemas.microsoft.com/office/drawing/2014/main" id="{DD61037C-1925-1287-E569-EC8F2F9C2C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31263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bg1"/>
                </a:solidFill>
              </a:defRPr>
            </a:lvl1pPr>
          </a:lstStyle>
          <a:p>
            <a:r>
              <a:rPr lang="en-US"/>
              <a:t>Saturday</a:t>
            </a:r>
          </a:p>
        </p:txBody>
      </p:sp>
      <p:sp>
        <p:nvSpPr>
          <p:cNvPr id="51" name="Text Placeholder 44">
            <a:extLst>
              <a:ext uri="{FF2B5EF4-FFF2-40B4-BE49-F238E27FC236}">
                <a16:creationId xmlns:a16="http://schemas.microsoft.com/office/drawing/2014/main" id="{76845E8F-C409-5E18-0002-6F914A194D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5750" y="1580092"/>
            <a:ext cx="1457325" cy="295275"/>
          </a:xfrm>
        </p:spPr>
        <p:txBody>
          <a:bodyPr>
            <a:noAutofit/>
          </a:bodyPr>
          <a:lstStyle>
            <a:lvl1pPr marL="0" indent="0">
              <a:buNone/>
              <a:defRPr sz="1700">
                <a:solidFill>
                  <a:schemeClr val="accent3"/>
                </a:solidFill>
              </a:defRPr>
            </a:lvl1pPr>
          </a:lstStyle>
          <a:p>
            <a:r>
              <a:rPr lang="en-US"/>
              <a:t>Sunday</a:t>
            </a:r>
          </a:p>
        </p:txBody>
      </p:sp>
      <p:sp>
        <p:nvSpPr>
          <p:cNvPr id="52" name="Text Placeholder 44">
            <a:extLst>
              <a:ext uri="{FF2B5EF4-FFF2-40B4-BE49-F238E27FC236}">
                <a16:creationId xmlns:a16="http://schemas.microsoft.com/office/drawing/2014/main" id="{02148DBE-D19A-599A-7FA4-AA672147F1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92471" y="2436548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bg1"/>
                </a:solidFill>
              </a:defRPr>
            </a:lvl1pPr>
          </a:lstStyle>
          <a:p>
            <a:r>
              <a:rPr lang="en-US"/>
              <a:t>Instagram</a:t>
            </a:r>
          </a:p>
        </p:txBody>
      </p:sp>
      <p:sp>
        <p:nvSpPr>
          <p:cNvPr id="53" name="Text Placeholder 44">
            <a:extLst>
              <a:ext uri="{FF2B5EF4-FFF2-40B4-BE49-F238E27FC236}">
                <a16:creationId xmlns:a16="http://schemas.microsoft.com/office/drawing/2014/main" id="{AF3DB955-4DC9-8E5F-B1F5-431B2C6231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92471" y="3838570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accent3"/>
                </a:solidFill>
              </a:defRPr>
            </a:lvl1pPr>
          </a:lstStyle>
          <a:p>
            <a:r>
              <a:rPr lang="en-US"/>
              <a:t>Facebook</a:t>
            </a:r>
          </a:p>
        </p:txBody>
      </p:sp>
      <p:sp>
        <p:nvSpPr>
          <p:cNvPr id="54" name="Text Placeholder 44">
            <a:extLst>
              <a:ext uri="{FF2B5EF4-FFF2-40B4-BE49-F238E27FC236}">
                <a16:creationId xmlns:a16="http://schemas.microsoft.com/office/drawing/2014/main" id="{332DC11D-D9B0-45D2-ADC9-B2C88A6271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92470" y="5241397"/>
            <a:ext cx="1244600" cy="295275"/>
          </a:xfrm>
        </p:spPr>
        <p:txBody>
          <a:bodyPr>
            <a:noAutofit/>
          </a:bodyPr>
          <a:lstStyle>
            <a:lvl1pPr marL="0" indent="0" algn="ctr">
              <a:buNone/>
              <a:defRPr sz="1700">
                <a:solidFill>
                  <a:schemeClr val="bg1"/>
                </a:solidFill>
              </a:defRPr>
            </a:lvl1pPr>
          </a:lstStyle>
          <a:p>
            <a:r>
              <a:rPr lang="en-US"/>
              <a:t>LinkedIn</a:t>
            </a:r>
          </a:p>
        </p:txBody>
      </p:sp>
      <p:sp>
        <p:nvSpPr>
          <p:cNvPr id="55" name="Text Placeholder 44">
            <a:extLst>
              <a:ext uri="{FF2B5EF4-FFF2-40B4-BE49-F238E27FC236}">
                <a16:creationId xmlns:a16="http://schemas.microsoft.com/office/drawing/2014/main" id="{5E13E556-49DB-254C-3845-156F31CBCF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443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6" name="Text Placeholder 44">
            <a:extLst>
              <a:ext uri="{FF2B5EF4-FFF2-40B4-BE49-F238E27FC236}">
                <a16:creationId xmlns:a16="http://schemas.microsoft.com/office/drawing/2014/main" id="{8C2C7C4D-6273-539F-BE81-35547A9060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51724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7" name="Text Placeholder 44">
            <a:extLst>
              <a:ext uri="{FF2B5EF4-FFF2-40B4-BE49-F238E27FC236}">
                <a16:creationId xmlns:a16="http://schemas.microsoft.com/office/drawing/2014/main" id="{5FFE2A22-8956-176A-F463-104E709DF2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6609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8" name="Text Placeholder 44">
            <a:extLst>
              <a:ext uri="{FF2B5EF4-FFF2-40B4-BE49-F238E27FC236}">
                <a16:creationId xmlns:a16="http://schemas.microsoft.com/office/drawing/2014/main" id="{A2DF08D9-EA05-A19F-4697-05C85B806A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1890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9" name="Text Placeholder 44">
            <a:extLst>
              <a:ext uri="{FF2B5EF4-FFF2-40B4-BE49-F238E27FC236}">
                <a16:creationId xmlns:a16="http://schemas.microsoft.com/office/drawing/2014/main" id="{A8A56A3D-F5EF-767B-789E-6EF5B95292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6774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0" name="Text Placeholder 44">
            <a:extLst>
              <a:ext uri="{FF2B5EF4-FFF2-40B4-BE49-F238E27FC236}">
                <a16:creationId xmlns:a16="http://schemas.microsoft.com/office/drawing/2014/main" id="{BEBA44DA-7A21-6496-69FE-F5E6485924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12056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1" name="Text Placeholder 44">
            <a:extLst>
              <a:ext uri="{FF2B5EF4-FFF2-40B4-BE49-F238E27FC236}">
                <a16:creationId xmlns:a16="http://schemas.microsoft.com/office/drawing/2014/main" id="{B4287E09-0AA1-8E7B-03EB-A3246A98EE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27337" y="2102607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2" name="Text Placeholder 44">
            <a:extLst>
              <a:ext uri="{FF2B5EF4-FFF2-40B4-BE49-F238E27FC236}">
                <a16:creationId xmlns:a16="http://schemas.microsoft.com/office/drawing/2014/main" id="{9B3F3901-419D-68BF-8B94-79989356EE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443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3" name="Text Placeholder 44">
            <a:extLst>
              <a:ext uri="{FF2B5EF4-FFF2-40B4-BE49-F238E27FC236}">
                <a16:creationId xmlns:a16="http://schemas.microsoft.com/office/drawing/2014/main" id="{B1669CBD-D7E7-1E1D-FEFE-554D5144F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51724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4" name="Text Placeholder 44">
            <a:extLst>
              <a:ext uri="{FF2B5EF4-FFF2-40B4-BE49-F238E27FC236}">
                <a16:creationId xmlns:a16="http://schemas.microsoft.com/office/drawing/2014/main" id="{AFD8B7F0-AAA1-1248-6DFD-D05066910F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66609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5" name="Text Placeholder 44">
            <a:extLst>
              <a:ext uri="{FF2B5EF4-FFF2-40B4-BE49-F238E27FC236}">
                <a16:creationId xmlns:a16="http://schemas.microsoft.com/office/drawing/2014/main" id="{48620DBB-C862-22E3-0BBB-2DB7421B6C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81890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6" name="Text Placeholder 44">
            <a:extLst>
              <a:ext uri="{FF2B5EF4-FFF2-40B4-BE49-F238E27FC236}">
                <a16:creationId xmlns:a16="http://schemas.microsoft.com/office/drawing/2014/main" id="{BC6F2C3B-E584-713F-168D-DA9B82E6E9F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96774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7" name="Text Placeholder 44">
            <a:extLst>
              <a:ext uri="{FF2B5EF4-FFF2-40B4-BE49-F238E27FC236}">
                <a16:creationId xmlns:a16="http://schemas.microsoft.com/office/drawing/2014/main" id="{261EBD84-007D-574B-E125-62B951D8228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12056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8" name="Text Placeholder 44">
            <a:extLst>
              <a:ext uri="{FF2B5EF4-FFF2-40B4-BE49-F238E27FC236}">
                <a16:creationId xmlns:a16="http://schemas.microsoft.com/office/drawing/2014/main" id="{DD7330D5-6A73-1FF9-8F94-F5927BAAEC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27337" y="3516534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69" name="Text Placeholder 44">
            <a:extLst>
              <a:ext uri="{FF2B5EF4-FFF2-40B4-BE49-F238E27FC236}">
                <a16:creationId xmlns:a16="http://schemas.microsoft.com/office/drawing/2014/main" id="{D26E78A0-B504-3FEC-7F19-9DD85C0E36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6443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A56862B8-6F2A-7A69-6963-D780910492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451724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BFE3AF3D-82A9-4E75-5A8F-67595377972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66609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568133CF-DF93-B9EA-8A6F-678FDA006FC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81890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E14BEBF3-FE57-5E40-4836-9587DD8D8D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96774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6CD24480-BA1A-A691-2E9A-2DD60C2BE21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12056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DC205FE-B933-1BB3-0849-C74CC2D1DF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527337" y="4952246"/>
            <a:ext cx="1297328" cy="91734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  <a:p>
            <a:pPr lvl="0"/>
            <a:endParaRPr lang="en-US"/>
          </a:p>
          <a:p>
            <a:pPr lvl="0"/>
            <a:r>
              <a:rPr lang="da-DK"/>
              <a:t>Lorem ipsum dolor sit amet.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742573-27CE-51AF-AF12-DA6A526D2ACD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>
              <a:solidFill>
                <a:schemeClr val="bg1"/>
              </a:solidFill>
            </a:endParaRPr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3C4B0187-3612-0F8C-E85D-6A314684AB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5C36D0EC-DDBF-CE19-21BB-6AC3E8CB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3706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">
            <a:extLst>
              <a:ext uri="{FF2B5EF4-FFF2-40B4-BE49-F238E27FC236}">
                <a16:creationId xmlns:a16="http://schemas.microsoft.com/office/drawing/2014/main" id="{2936F621-DD9E-71F6-48BA-C624567F0808}"/>
              </a:ext>
            </a:extLst>
          </p:cNvPr>
          <p:cNvSpPr/>
          <p:nvPr userDrawn="1"/>
        </p:nvSpPr>
        <p:spPr>
          <a:xfrm rot="10800000">
            <a:off x="268504" y="128556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193A43E8-DF37-FD07-A059-F62B4DA49511}"/>
              </a:ext>
            </a:extLst>
          </p:cNvPr>
          <p:cNvSpPr/>
          <p:nvPr userDrawn="1"/>
        </p:nvSpPr>
        <p:spPr>
          <a:xfrm rot="10800000">
            <a:off x="268504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3" name="Rounded Rectangle">
            <a:extLst>
              <a:ext uri="{FF2B5EF4-FFF2-40B4-BE49-F238E27FC236}">
                <a16:creationId xmlns:a16="http://schemas.microsoft.com/office/drawing/2014/main" id="{133DF15D-C8CB-8BCA-543D-AC58AA4D9BF9}"/>
              </a:ext>
            </a:extLst>
          </p:cNvPr>
          <p:cNvSpPr/>
          <p:nvPr userDrawn="1"/>
        </p:nvSpPr>
        <p:spPr>
          <a:xfrm rot="10800000">
            <a:off x="1737771" y="128556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6" name="Rounded Rectangle">
            <a:extLst>
              <a:ext uri="{FF2B5EF4-FFF2-40B4-BE49-F238E27FC236}">
                <a16:creationId xmlns:a16="http://schemas.microsoft.com/office/drawing/2014/main" id="{DE609969-D30B-255F-F914-FBD5E20CF0FE}"/>
              </a:ext>
            </a:extLst>
          </p:cNvPr>
          <p:cNvSpPr/>
          <p:nvPr userDrawn="1"/>
        </p:nvSpPr>
        <p:spPr>
          <a:xfrm rot="10800000">
            <a:off x="3207037" y="128556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9" name="Rounded Rectangle">
            <a:extLst>
              <a:ext uri="{FF2B5EF4-FFF2-40B4-BE49-F238E27FC236}">
                <a16:creationId xmlns:a16="http://schemas.microsoft.com/office/drawing/2014/main" id="{8E388C1F-B609-A754-0CAA-48AA5A746100}"/>
              </a:ext>
            </a:extLst>
          </p:cNvPr>
          <p:cNvSpPr/>
          <p:nvPr userDrawn="1"/>
        </p:nvSpPr>
        <p:spPr>
          <a:xfrm rot="10800000">
            <a:off x="4676304" y="1285563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ADC1897B-28EA-4E19-C1CE-9CEEEA4C8357}"/>
              </a:ext>
            </a:extLst>
          </p:cNvPr>
          <p:cNvSpPr/>
          <p:nvPr userDrawn="1"/>
        </p:nvSpPr>
        <p:spPr>
          <a:xfrm rot="10800000">
            <a:off x="6145572" y="128556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81A556F6-5CD6-542B-99BF-15D8046B502A}"/>
              </a:ext>
            </a:extLst>
          </p:cNvPr>
          <p:cNvSpPr/>
          <p:nvPr userDrawn="1"/>
        </p:nvSpPr>
        <p:spPr>
          <a:xfrm rot="10800000">
            <a:off x="7614838" y="1285563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8" name="Rounded Rectangle">
            <a:extLst>
              <a:ext uri="{FF2B5EF4-FFF2-40B4-BE49-F238E27FC236}">
                <a16:creationId xmlns:a16="http://schemas.microsoft.com/office/drawing/2014/main" id="{82D0D57E-78B0-1162-63EC-4FD7E4A80216}"/>
              </a:ext>
            </a:extLst>
          </p:cNvPr>
          <p:cNvSpPr/>
          <p:nvPr userDrawn="1"/>
        </p:nvSpPr>
        <p:spPr>
          <a:xfrm rot="10800000">
            <a:off x="9084105" y="128556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1" name="Rounded Rectangle">
            <a:extLst>
              <a:ext uri="{FF2B5EF4-FFF2-40B4-BE49-F238E27FC236}">
                <a16:creationId xmlns:a16="http://schemas.microsoft.com/office/drawing/2014/main" id="{1E81B890-E554-E69A-40EE-19AF8819F0CE}"/>
              </a:ext>
            </a:extLst>
          </p:cNvPr>
          <p:cNvSpPr/>
          <p:nvPr userDrawn="1"/>
        </p:nvSpPr>
        <p:spPr>
          <a:xfrm rot="10800000">
            <a:off x="10553371" y="1285563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4" name="Rounded Rectangle">
            <a:extLst>
              <a:ext uri="{FF2B5EF4-FFF2-40B4-BE49-F238E27FC236}">
                <a16:creationId xmlns:a16="http://schemas.microsoft.com/office/drawing/2014/main" id="{8DA28CBF-E811-97E0-B04A-394D0487F535}"/>
              </a:ext>
            </a:extLst>
          </p:cNvPr>
          <p:cNvSpPr/>
          <p:nvPr userDrawn="1"/>
        </p:nvSpPr>
        <p:spPr>
          <a:xfrm rot="10800000">
            <a:off x="1737771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7" name="Rounded Rectangle">
            <a:extLst>
              <a:ext uri="{FF2B5EF4-FFF2-40B4-BE49-F238E27FC236}">
                <a16:creationId xmlns:a16="http://schemas.microsoft.com/office/drawing/2014/main" id="{C3FA2C2A-1239-79C1-8AB7-C48FF60F8EF3}"/>
              </a:ext>
            </a:extLst>
          </p:cNvPr>
          <p:cNvSpPr/>
          <p:nvPr userDrawn="1"/>
        </p:nvSpPr>
        <p:spPr>
          <a:xfrm rot="10800000">
            <a:off x="3207037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0" name="Rounded Rectangle">
            <a:extLst>
              <a:ext uri="{FF2B5EF4-FFF2-40B4-BE49-F238E27FC236}">
                <a16:creationId xmlns:a16="http://schemas.microsoft.com/office/drawing/2014/main" id="{76B5A155-5296-F7D9-DBF2-AFE9A3BD7190}"/>
              </a:ext>
            </a:extLst>
          </p:cNvPr>
          <p:cNvSpPr/>
          <p:nvPr userDrawn="1"/>
        </p:nvSpPr>
        <p:spPr>
          <a:xfrm rot="10800000">
            <a:off x="4676305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22F7C419-9A33-0AB9-F16A-12A87E82E715}"/>
              </a:ext>
            </a:extLst>
          </p:cNvPr>
          <p:cNvSpPr/>
          <p:nvPr userDrawn="1"/>
        </p:nvSpPr>
        <p:spPr>
          <a:xfrm rot="10800000">
            <a:off x="6145571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6" name="Rounded Rectangle">
            <a:extLst>
              <a:ext uri="{FF2B5EF4-FFF2-40B4-BE49-F238E27FC236}">
                <a16:creationId xmlns:a16="http://schemas.microsoft.com/office/drawing/2014/main" id="{491124BD-61DF-639B-2FE9-D0EC55D45125}"/>
              </a:ext>
            </a:extLst>
          </p:cNvPr>
          <p:cNvSpPr/>
          <p:nvPr userDrawn="1"/>
        </p:nvSpPr>
        <p:spPr>
          <a:xfrm rot="10800000">
            <a:off x="7614838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9" name="Rounded Rectangle">
            <a:extLst>
              <a:ext uri="{FF2B5EF4-FFF2-40B4-BE49-F238E27FC236}">
                <a16:creationId xmlns:a16="http://schemas.microsoft.com/office/drawing/2014/main" id="{BD3BDB84-7307-8213-FBFB-730C2B61DE94}"/>
              </a:ext>
            </a:extLst>
          </p:cNvPr>
          <p:cNvSpPr/>
          <p:nvPr userDrawn="1"/>
        </p:nvSpPr>
        <p:spPr>
          <a:xfrm rot="10800000">
            <a:off x="9084104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2" name="Rounded Rectangle">
            <a:extLst>
              <a:ext uri="{FF2B5EF4-FFF2-40B4-BE49-F238E27FC236}">
                <a16:creationId xmlns:a16="http://schemas.microsoft.com/office/drawing/2014/main" id="{E9B9912D-2212-A4E5-EA2A-DCC91398E78E}"/>
              </a:ext>
            </a:extLst>
          </p:cNvPr>
          <p:cNvSpPr/>
          <p:nvPr userDrawn="1"/>
        </p:nvSpPr>
        <p:spPr>
          <a:xfrm rot="10800000">
            <a:off x="10553371" y="2528498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5" name="Rounded Rectangle">
            <a:extLst>
              <a:ext uri="{FF2B5EF4-FFF2-40B4-BE49-F238E27FC236}">
                <a16:creationId xmlns:a16="http://schemas.microsoft.com/office/drawing/2014/main" id="{BDB26DC8-D134-2DB1-A6B7-5EEF9E8FA9CC}"/>
              </a:ext>
            </a:extLst>
          </p:cNvPr>
          <p:cNvSpPr/>
          <p:nvPr userDrawn="1"/>
        </p:nvSpPr>
        <p:spPr>
          <a:xfrm rot="10800000">
            <a:off x="268503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58" name="Rounded Rectangle">
            <a:extLst>
              <a:ext uri="{FF2B5EF4-FFF2-40B4-BE49-F238E27FC236}">
                <a16:creationId xmlns:a16="http://schemas.microsoft.com/office/drawing/2014/main" id="{87239595-820D-65D8-A7E1-6D4176F553FB}"/>
              </a:ext>
            </a:extLst>
          </p:cNvPr>
          <p:cNvSpPr/>
          <p:nvPr userDrawn="1"/>
        </p:nvSpPr>
        <p:spPr>
          <a:xfrm rot="10800000">
            <a:off x="1737770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1" name="Rounded Rectangle">
            <a:extLst>
              <a:ext uri="{FF2B5EF4-FFF2-40B4-BE49-F238E27FC236}">
                <a16:creationId xmlns:a16="http://schemas.microsoft.com/office/drawing/2014/main" id="{D65252F9-3ADF-B29C-B8BD-0D1C826924D7}"/>
              </a:ext>
            </a:extLst>
          </p:cNvPr>
          <p:cNvSpPr/>
          <p:nvPr userDrawn="1"/>
        </p:nvSpPr>
        <p:spPr>
          <a:xfrm rot="10800000">
            <a:off x="3207037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4" name="Rounded Rectangle">
            <a:extLst>
              <a:ext uri="{FF2B5EF4-FFF2-40B4-BE49-F238E27FC236}">
                <a16:creationId xmlns:a16="http://schemas.microsoft.com/office/drawing/2014/main" id="{DA128C75-0240-CD49-00AE-2020D4987042}"/>
              </a:ext>
            </a:extLst>
          </p:cNvPr>
          <p:cNvSpPr/>
          <p:nvPr userDrawn="1"/>
        </p:nvSpPr>
        <p:spPr>
          <a:xfrm rot="10800000">
            <a:off x="4676304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7" name="Rounded Rectangle">
            <a:extLst>
              <a:ext uri="{FF2B5EF4-FFF2-40B4-BE49-F238E27FC236}">
                <a16:creationId xmlns:a16="http://schemas.microsoft.com/office/drawing/2014/main" id="{89470BAE-3FBD-5851-FA2E-07A30CB00536}"/>
              </a:ext>
            </a:extLst>
          </p:cNvPr>
          <p:cNvSpPr/>
          <p:nvPr userDrawn="1"/>
        </p:nvSpPr>
        <p:spPr>
          <a:xfrm rot="10800000">
            <a:off x="6145572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70" name="Rounded Rectangle">
            <a:extLst>
              <a:ext uri="{FF2B5EF4-FFF2-40B4-BE49-F238E27FC236}">
                <a16:creationId xmlns:a16="http://schemas.microsoft.com/office/drawing/2014/main" id="{18ADDD82-DE80-D054-5E64-E4CBCFA7C574}"/>
              </a:ext>
            </a:extLst>
          </p:cNvPr>
          <p:cNvSpPr/>
          <p:nvPr userDrawn="1"/>
        </p:nvSpPr>
        <p:spPr>
          <a:xfrm rot="10800000">
            <a:off x="7614839" y="3839444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73" name="Rounded Rectangle">
            <a:extLst>
              <a:ext uri="{FF2B5EF4-FFF2-40B4-BE49-F238E27FC236}">
                <a16:creationId xmlns:a16="http://schemas.microsoft.com/office/drawing/2014/main" id="{E5B0DECC-107F-A4F6-D9A7-A2628FBED467}"/>
              </a:ext>
            </a:extLst>
          </p:cNvPr>
          <p:cNvSpPr/>
          <p:nvPr userDrawn="1"/>
        </p:nvSpPr>
        <p:spPr>
          <a:xfrm rot="10800000">
            <a:off x="9084106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76" name="Rounded Rectangle">
            <a:extLst>
              <a:ext uri="{FF2B5EF4-FFF2-40B4-BE49-F238E27FC236}">
                <a16:creationId xmlns:a16="http://schemas.microsoft.com/office/drawing/2014/main" id="{04951719-5C1C-1E38-9F5D-FF3DDA1E56DD}"/>
              </a:ext>
            </a:extLst>
          </p:cNvPr>
          <p:cNvSpPr/>
          <p:nvPr userDrawn="1"/>
        </p:nvSpPr>
        <p:spPr>
          <a:xfrm rot="10800000">
            <a:off x="10553371" y="3836750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79" name="Rounded Rectangle">
            <a:extLst>
              <a:ext uri="{FF2B5EF4-FFF2-40B4-BE49-F238E27FC236}">
                <a16:creationId xmlns:a16="http://schemas.microsoft.com/office/drawing/2014/main" id="{3EB0E61A-0859-F47C-5969-7AE71A6C2C77}"/>
              </a:ext>
            </a:extLst>
          </p:cNvPr>
          <p:cNvSpPr/>
          <p:nvPr userDrawn="1"/>
        </p:nvSpPr>
        <p:spPr>
          <a:xfrm rot="10800000">
            <a:off x="268504" y="5210318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2" name="Rounded Rectangle">
            <a:extLst>
              <a:ext uri="{FF2B5EF4-FFF2-40B4-BE49-F238E27FC236}">
                <a16:creationId xmlns:a16="http://schemas.microsoft.com/office/drawing/2014/main" id="{AA487F7F-4DB3-D407-CE59-DDCF9E1C0D47}"/>
              </a:ext>
            </a:extLst>
          </p:cNvPr>
          <p:cNvSpPr/>
          <p:nvPr userDrawn="1"/>
        </p:nvSpPr>
        <p:spPr>
          <a:xfrm rot="10800000">
            <a:off x="1737771" y="5210318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5" name="Rounded Rectangle">
            <a:extLst>
              <a:ext uri="{FF2B5EF4-FFF2-40B4-BE49-F238E27FC236}">
                <a16:creationId xmlns:a16="http://schemas.microsoft.com/office/drawing/2014/main" id="{B56D2BE2-6F07-84D2-B9E5-EC5FE2766AF7}"/>
              </a:ext>
            </a:extLst>
          </p:cNvPr>
          <p:cNvSpPr/>
          <p:nvPr userDrawn="1"/>
        </p:nvSpPr>
        <p:spPr>
          <a:xfrm rot="10800000">
            <a:off x="3207039" y="521301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8" name="Rounded Rectangle">
            <a:extLst>
              <a:ext uri="{FF2B5EF4-FFF2-40B4-BE49-F238E27FC236}">
                <a16:creationId xmlns:a16="http://schemas.microsoft.com/office/drawing/2014/main" id="{550B04DF-A12F-2A06-48FB-617169A7FDB6}"/>
              </a:ext>
            </a:extLst>
          </p:cNvPr>
          <p:cNvSpPr/>
          <p:nvPr userDrawn="1"/>
        </p:nvSpPr>
        <p:spPr>
          <a:xfrm rot="10800000">
            <a:off x="4676305" y="5210318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1" name="Rounded Rectangle">
            <a:extLst>
              <a:ext uri="{FF2B5EF4-FFF2-40B4-BE49-F238E27FC236}">
                <a16:creationId xmlns:a16="http://schemas.microsoft.com/office/drawing/2014/main" id="{D621143C-A9B2-E166-BD9D-392DF170891F}"/>
              </a:ext>
            </a:extLst>
          </p:cNvPr>
          <p:cNvSpPr/>
          <p:nvPr userDrawn="1"/>
        </p:nvSpPr>
        <p:spPr>
          <a:xfrm rot="10800000">
            <a:off x="6145570" y="521301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4" name="Rounded Rectangle">
            <a:extLst>
              <a:ext uri="{FF2B5EF4-FFF2-40B4-BE49-F238E27FC236}">
                <a16:creationId xmlns:a16="http://schemas.microsoft.com/office/drawing/2014/main" id="{07A0D651-0F34-7C17-8D39-07FC7192D2AF}"/>
              </a:ext>
            </a:extLst>
          </p:cNvPr>
          <p:cNvSpPr/>
          <p:nvPr userDrawn="1"/>
        </p:nvSpPr>
        <p:spPr>
          <a:xfrm rot="10800000">
            <a:off x="7614837" y="5213012"/>
            <a:ext cx="1370126" cy="1214561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97" name="Rounded Rectangle">
            <a:extLst>
              <a:ext uri="{FF2B5EF4-FFF2-40B4-BE49-F238E27FC236}">
                <a16:creationId xmlns:a16="http://schemas.microsoft.com/office/drawing/2014/main" id="{0EEE0C5E-0336-4334-AE10-23DAA2E28DCC}"/>
              </a:ext>
            </a:extLst>
          </p:cNvPr>
          <p:cNvSpPr/>
          <p:nvPr userDrawn="1"/>
        </p:nvSpPr>
        <p:spPr>
          <a:xfrm rot="10800000">
            <a:off x="9084104" y="5210318"/>
            <a:ext cx="1370126" cy="1214560"/>
          </a:xfrm>
          <a:prstGeom prst="roundRect">
            <a:avLst>
              <a:gd name="adj" fmla="val 8725"/>
            </a:avLst>
          </a:prstGeom>
          <a:solidFill>
            <a:srgbClr val="000000">
              <a:alpha val="5349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100" name="Picture Placeholder 129">
            <a:extLst>
              <a:ext uri="{FF2B5EF4-FFF2-40B4-BE49-F238E27FC236}">
                <a16:creationId xmlns:a16="http://schemas.microsoft.com/office/drawing/2014/main" id="{E9CB4A98-F5C0-5DDC-1470-AF4AA3CC935C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9322709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1" name="Picture Placeholder 100">
            <a:extLst>
              <a:ext uri="{FF2B5EF4-FFF2-40B4-BE49-F238E27FC236}">
                <a16:creationId xmlns:a16="http://schemas.microsoft.com/office/drawing/2014/main" id="{030EB396-F4F2-3238-B962-4933802B5B5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976375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2" name="Picture Placeholder 101">
            <a:extLst>
              <a:ext uri="{FF2B5EF4-FFF2-40B4-BE49-F238E27FC236}">
                <a16:creationId xmlns:a16="http://schemas.microsoft.com/office/drawing/2014/main" id="{7CE54B79-4002-48DE-D19B-B45D0F47D573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445641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3" name="Picture Placeholder 102">
            <a:extLst>
              <a:ext uri="{FF2B5EF4-FFF2-40B4-BE49-F238E27FC236}">
                <a16:creationId xmlns:a16="http://schemas.microsoft.com/office/drawing/2014/main" id="{DF8ECF6F-3B6E-6CB8-A5F6-90DCF56E6781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914909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4" name="Picture Placeholder 103">
            <a:extLst>
              <a:ext uri="{FF2B5EF4-FFF2-40B4-BE49-F238E27FC236}">
                <a16:creationId xmlns:a16="http://schemas.microsoft.com/office/drawing/2014/main" id="{857B13D1-795D-1747-C020-8256ECC8F5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384176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5" name="Picture Placeholder 104">
            <a:extLst>
              <a:ext uri="{FF2B5EF4-FFF2-40B4-BE49-F238E27FC236}">
                <a16:creationId xmlns:a16="http://schemas.microsoft.com/office/drawing/2014/main" id="{C0873450-5695-45C6-5CA8-630182F3DDDC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853442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6" name="Picture Placeholder 105">
            <a:extLst>
              <a:ext uri="{FF2B5EF4-FFF2-40B4-BE49-F238E27FC236}">
                <a16:creationId xmlns:a16="http://schemas.microsoft.com/office/drawing/2014/main" id="{4ADE87EB-155D-3F4F-DD5F-CAD62DAF1F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322709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7" name="Picture Placeholder 106">
            <a:extLst>
              <a:ext uri="{FF2B5EF4-FFF2-40B4-BE49-F238E27FC236}">
                <a16:creationId xmlns:a16="http://schemas.microsoft.com/office/drawing/2014/main" id="{F0F57513-D922-C772-219B-05EC92B750AF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0791975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8" name="Picture Placeholder 99">
            <a:extLst>
              <a:ext uri="{FF2B5EF4-FFF2-40B4-BE49-F238E27FC236}">
                <a16:creationId xmlns:a16="http://schemas.microsoft.com/office/drawing/2014/main" id="{867A3226-A0C0-E04A-C7A4-C4E822F44CC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07107" y="13193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9" name="Picture Placeholder 108">
            <a:extLst>
              <a:ext uri="{FF2B5EF4-FFF2-40B4-BE49-F238E27FC236}">
                <a16:creationId xmlns:a16="http://schemas.microsoft.com/office/drawing/2014/main" id="{2261A6A9-8636-0BEA-D396-A1BF269922D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76375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0" name="Picture Placeholder 109">
            <a:extLst>
              <a:ext uri="{FF2B5EF4-FFF2-40B4-BE49-F238E27FC236}">
                <a16:creationId xmlns:a16="http://schemas.microsoft.com/office/drawing/2014/main" id="{18AFEED7-FDEE-3E3E-F919-2EADEB4FB00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445641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1" name="Picture Placeholder 110">
            <a:extLst>
              <a:ext uri="{FF2B5EF4-FFF2-40B4-BE49-F238E27FC236}">
                <a16:creationId xmlns:a16="http://schemas.microsoft.com/office/drawing/2014/main" id="{6B5B5590-897F-48CE-FFFA-F7A8A120C026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4914909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2" name="Picture Placeholder 111">
            <a:extLst>
              <a:ext uri="{FF2B5EF4-FFF2-40B4-BE49-F238E27FC236}">
                <a16:creationId xmlns:a16="http://schemas.microsoft.com/office/drawing/2014/main" id="{C33E1960-89CB-CA76-1900-3FF8BE4371C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384176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3" name="Picture Placeholder 112">
            <a:extLst>
              <a:ext uri="{FF2B5EF4-FFF2-40B4-BE49-F238E27FC236}">
                <a16:creationId xmlns:a16="http://schemas.microsoft.com/office/drawing/2014/main" id="{83595355-9AF9-0DFA-ACDF-716D28FEB7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853442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08ADCC77-9090-25D0-BCEA-2C35608C4A4B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322709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5" name="Picture Placeholder 114">
            <a:extLst>
              <a:ext uri="{FF2B5EF4-FFF2-40B4-BE49-F238E27FC236}">
                <a16:creationId xmlns:a16="http://schemas.microsoft.com/office/drawing/2014/main" id="{CF38A6E5-4180-1D08-4D90-BBCC71A9A8EE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791975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6" name="Picture Placeholder 115">
            <a:extLst>
              <a:ext uri="{FF2B5EF4-FFF2-40B4-BE49-F238E27FC236}">
                <a16:creationId xmlns:a16="http://schemas.microsoft.com/office/drawing/2014/main" id="{442BFBEC-73FF-5B24-2805-87DF98A41738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107" y="262350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7" name="Picture Placeholder 116">
            <a:extLst>
              <a:ext uri="{FF2B5EF4-FFF2-40B4-BE49-F238E27FC236}">
                <a16:creationId xmlns:a16="http://schemas.microsoft.com/office/drawing/2014/main" id="{C42664F3-88F7-20EB-150D-F7076B27DA88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976375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058C3051-EBB6-DB9E-E300-2A6E21D5F7E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445641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19" name="Picture Placeholder 118">
            <a:extLst>
              <a:ext uri="{FF2B5EF4-FFF2-40B4-BE49-F238E27FC236}">
                <a16:creationId xmlns:a16="http://schemas.microsoft.com/office/drawing/2014/main" id="{E5136F12-03CA-67FF-441C-0AA4B03B2F9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4914909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0" name="Picture Placeholder 119">
            <a:extLst>
              <a:ext uri="{FF2B5EF4-FFF2-40B4-BE49-F238E27FC236}">
                <a16:creationId xmlns:a16="http://schemas.microsoft.com/office/drawing/2014/main" id="{EDCA066E-8A87-8EB1-EB1D-9FAF82F4DA5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384176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23E9E5D3-9C7A-4E94-899C-866ADE1CC7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853442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2" name="Picture Placeholder 121">
            <a:extLst>
              <a:ext uri="{FF2B5EF4-FFF2-40B4-BE49-F238E27FC236}">
                <a16:creationId xmlns:a16="http://schemas.microsoft.com/office/drawing/2014/main" id="{80D1470F-E818-24F5-B9DD-41C1553D8160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322709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C8BE9E6F-4A35-D6CD-2E95-F74D8F442CFA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0791975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4" name="Picture Placeholder 123">
            <a:extLst>
              <a:ext uri="{FF2B5EF4-FFF2-40B4-BE49-F238E27FC236}">
                <a16:creationId xmlns:a16="http://schemas.microsoft.com/office/drawing/2014/main" id="{A4689A91-3137-1418-44C4-9E1EAB1E8CD8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07107" y="3937953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5" name="Picture Placeholder 124">
            <a:extLst>
              <a:ext uri="{FF2B5EF4-FFF2-40B4-BE49-F238E27FC236}">
                <a16:creationId xmlns:a16="http://schemas.microsoft.com/office/drawing/2014/main" id="{1580C238-EAD6-1372-9CAA-3800E3566EF6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976375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6" name="Picture Placeholder 125">
            <a:extLst>
              <a:ext uri="{FF2B5EF4-FFF2-40B4-BE49-F238E27FC236}">
                <a16:creationId xmlns:a16="http://schemas.microsoft.com/office/drawing/2014/main" id="{DB38B354-06BC-F982-7E1C-73D2D84FB089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3445641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7" name="Picture Placeholder 126">
            <a:extLst>
              <a:ext uri="{FF2B5EF4-FFF2-40B4-BE49-F238E27FC236}">
                <a16:creationId xmlns:a16="http://schemas.microsoft.com/office/drawing/2014/main" id="{A9B25A31-92B5-5A16-06EE-B936950184D1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4914909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F34073AC-9C83-B1FC-FD9C-1961A63AE5EE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6384176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48ED809F-2826-EBCF-7965-3DAD1EB9D4F2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853442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0" name="Picture Placeholder 131">
            <a:extLst>
              <a:ext uri="{FF2B5EF4-FFF2-40B4-BE49-F238E27FC236}">
                <a16:creationId xmlns:a16="http://schemas.microsoft.com/office/drawing/2014/main" id="{172FE4D6-1DDB-24AE-F9C2-9BF583D6E055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507107" y="5249228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C9689691-1867-D7C0-EEF8-5120B02FA9D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62235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556CE62D-FF89-7592-00DA-4837C05A414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737769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1171985-0771-92E9-BE55-94A0A3777E7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207976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FDA24706-534C-1092-EB4D-AB793B843C7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674629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EB46348-CCDD-0500-1993-41CBDF0D489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145570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FB100F94-1D06-826B-7123-3D5A5544005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614837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06B995-00E6-DDAF-3F33-412D3711E4DC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082428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1C00B488-885B-C9DB-9B82-3703149E3749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553371" y="1287876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5AECAA5-2452-6E94-A60B-3E1E864919F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62235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AC737AF3-BF21-8E8C-A4C0-F5F7E34D8F8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737769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73320D3-F3FD-8E28-CD99-F18DA3EB172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07976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11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A675EA0C-97E4-623A-E90A-DDF89C692446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74629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12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43FBAB30-3637-A691-8981-3B4F1FF64DFC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6145570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13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A380AD9D-9E2A-4C8F-0D74-64C11F5A172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614837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14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6D4D7717-246F-761B-25BA-0823DF7E0C11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9082428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15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011CE883-A8DC-366F-08D6-03DBB51F48FB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0553371" y="261930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16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C08D2346-7C00-39B9-FF7C-2C064B463CD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62235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17</a:t>
            </a:r>
          </a:p>
        </p:txBody>
      </p:sp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487A8756-90F1-6EFB-A6C4-043AB9493B0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737769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18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CD7E3F18-6843-E9E0-BE4F-FD529FEC7D1A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207976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19</a:t>
            </a:r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62614825-816B-23CB-2BA9-354761F51B0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674629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20</a:t>
            </a:r>
          </a:p>
        </p:txBody>
      </p:sp>
      <p:sp>
        <p:nvSpPr>
          <p:cNvPr id="56" name="Text Placeholder 13">
            <a:extLst>
              <a:ext uri="{FF2B5EF4-FFF2-40B4-BE49-F238E27FC236}">
                <a16:creationId xmlns:a16="http://schemas.microsoft.com/office/drawing/2014/main" id="{6FFE7C71-19E2-991C-458A-89C7885DAF09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145570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21</a:t>
            </a:r>
          </a:p>
        </p:txBody>
      </p:sp>
      <p:sp>
        <p:nvSpPr>
          <p:cNvPr id="59" name="Text Placeholder 13">
            <a:extLst>
              <a:ext uri="{FF2B5EF4-FFF2-40B4-BE49-F238E27FC236}">
                <a16:creationId xmlns:a16="http://schemas.microsoft.com/office/drawing/2014/main" id="{BD7679A4-6F04-1C36-038F-8872B66906C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614837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22</a:t>
            </a:r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117CA7FA-D6C0-DC19-F302-BDE8D83AE6D6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9082428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23</a:t>
            </a:r>
          </a:p>
        </p:txBody>
      </p:sp>
      <p:sp>
        <p:nvSpPr>
          <p:cNvPr id="65" name="Text Placeholder 13">
            <a:extLst>
              <a:ext uri="{FF2B5EF4-FFF2-40B4-BE49-F238E27FC236}">
                <a16:creationId xmlns:a16="http://schemas.microsoft.com/office/drawing/2014/main" id="{52B36BF0-1DA4-8D2A-CBE0-FFA62D8B9FDF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0553371" y="3924427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24</a:t>
            </a:r>
          </a:p>
        </p:txBody>
      </p:sp>
      <p:sp>
        <p:nvSpPr>
          <p:cNvPr id="68" name="Text Placeholder 13">
            <a:extLst>
              <a:ext uri="{FF2B5EF4-FFF2-40B4-BE49-F238E27FC236}">
                <a16:creationId xmlns:a16="http://schemas.microsoft.com/office/drawing/2014/main" id="{B8E1A4BB-DA42-91D2-881D-5D66934A6014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262235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25</a:t>
            </a:r>
          </a:p>
        </p:txBody>
      </p:sp>
      <p:sp>
        <p:nvSpPr>
          <p:cNvPr id="71" name="Text Placeholder 13">
            <a:extLst>
              <a:ext uri="{FF2B5EF4-FFF2-40B4-BE49-F238E27FC236}">
                <a16:creationId xmlns:a16="http://schemas.microsoft.com/office/drawing/2014/main" id="{5131C8B3-724D-36CA-59C1-F51416A0734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737769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26</a:t>
            </a:r>
          </a:p>
        </p:txBody>
      </p:sp>
      <p:sp>
        <p:nvSpPr>
          <p:cNvPr id="74" name="Text Placeholder 13">
            <a:extLst>
              <a:ext uri="{FF2B5EF4-FFF2-40B4-BE49-F238E27FC236}">
                <a16:creationId xmlns:a16="http://schemas.microsoft.com/office/drawing/2014/main" id="{23375BFA-CBCA-C69B-7E51-0750B99AFE42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07976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27</a:t>
            </a:r>
          </a:p>
        </p:txBody>
      </p:sp>
      <p:sp>
        <p:nvSpPr>
          <p:cNvPr id="77" name="Text Placeholder 13">
            <a:extLst>
              <a:ext uri="{FF2B5EF4-FFF2-40B4-BE49-F238E27FC236}">
                <a16:creationId xmlns:a16="http://schemas.microsoft.com/office/drawing/2014/main" id="{EAE27DD5-FD79-48F7-22DC-D1BE9E35408B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4674629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28</a:t>
            </a:r>
          </a:p>
        </p:txBody>
      </p:sp>
      <p:sp>
        <p:nvSpPr>
          <p:cNvPr id="80" name="Text Placeholder 13">
            <a:extLst>
              <a:ext uri="{FF2B5EF4-FFF2-40B4-BE49-F238E27FC236}">
                <a16:creationId xmlns:a16="http://schemas.microsoft.com/office/drawing/2014/main" id="{D5D481E2-F68E-6947-2597-A6FCDA924B33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45570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29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733F7BC6-C6D5-82D8-ED82-24F20A056E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614837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30</a:t>
            </a:r>
          </a:p>
        </p:txBody>
      </p:sp>
      <p:sp>
        <p:nvSpPr>
          <p:cNvPr id="86" name="Text Placeholder 13">
            <a:extLst>
              <a:ext uri="{FF2B5EF4-FFF2-40B4-BE49-F238E27FC236}">
                <a16:creationId xmlns:a16="http://schemas.microsoft.com/office/drawing/2014/main" id="{53986ACD-662E-7CBD-FDE0-4BA3F049FAD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9082428" y="5235373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F93AAA-DE0E-A2C3-1D7C-998382F4A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18FA8BD-31C7-7D78-5B0D-E87DF0314CE3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7" name="Title 11">
            <a:extLst>
              <a:ext uri="{FF2B5EF4-FFF2-40B4-BE49-F238E27FC236}">
                <a16:creationId xmlns:a16="http://schemas.microsoft.com/office/drawing/2014/main" id="{1B08CF80-0519-7A01-00DC-DB36D04B7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619298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F19903F-49BD-270F-7ED3-CE875EFBC189}"/>
              </a:ext>
            </a:extLst>
          </p:cNvPr>
          <p:cNvGrpSpPr/>
          <p:nvPr userDrawn="1"/>
        </p:nvGrpSpPr>
        <p:grpSpPr>
          <a:xfrm>
            <a:off x="268503" y="1198474"/>
            <a:ext cx="11654994" cy="5142011"/>
            <a:chOff x="537006" y="2941248"/>
            <a:chExt cx="23309988" cy="10284021"/>
          </a:xfrm>
          <a:solidFill>
            <a:srgbClr val="5A5A5A"/>
          </a:solidFill>
        </p:grpSpPr>
        <p:sp>
          <p:nvSpPr>
            <p:cNvPr id="8" name="Rounded Rectangle">
              <a:extLst>
                <a:ext uri="{FF2B5EF4-FFF2-40B4-BE49-F238E27FC236}">
                  <a16:creationId xmlns:a16="http://schemas.microsoft.com/office/drawing/2014/main" id="{A32B5804-834E-7104-C443-D2F324189E26}"/>
                </a:ext>
              </a:extLst>
            </p:cNvPr>
            <p:cNvSpPr/>
            <p:nvPr userDrawn="1"/>
          </p:nvSpPr>
          <p:spPr>
            <a:xfrm rot="10800000">
              <a:off x="537007" y="2941248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C7CD6664-8B08-4333-F4A2-4C150B466D9F}"/>
                </a:ext>
              </a:extLst>
            </p:cNvPr>
            <p:cNvSpPr/>
            <p:nvPr userDrawn="1"/>
          </p:nvSpPr>
          <p:spPr>
            <a:xfrm rot="10800000">
              <a:off x="537007" y="5557752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14" name="Rounded Rectangle">
              <a:extLst>
                <a:ext uri="{FF2B5EF4-FFF2-40B4-BE49-F238E27FC236}">
                  <a16:creationId xmlns:a16="http://schemas.microsoft.com/office/drawing/2014/main" id="{97DFD87E-38F0-46D0-8393-C08B48C085EB}"/>
                </a:ext>
              </a:extLst>
            </p:cNvPr>
            <p:cNvSpPr/>
            <p:nvPr userDrawn="1"/>
          </p:nvSpPr>
          <p:spPr>
            <a:xfrm rot="10800000">
              <a:off x="3475541" y="2941248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198E914D-EC6A-3C5F-A768-E818B909FE5C}"/>
                </a:ext>
              </a:extLst>
            </p:cNvPr>
            <p:cNvSpPr/>
            <p:nvPr userDrawn="1"/>
          </p:nvSpPr>
          <p:spPr>
            <a:xfrm rot="10800000">
              <a:off x="6414073" y="2941248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20" name="Rounded Rectangle">
              <a:extLst>
                <a:ext uri="{FF2B5EF4-FFF2-40B4-BE49-F238E27FC236}">
                  <a16:creationId xmlns:a16="http://schemas.microsoft.com/office/drawing/2014/main" id="{689BF43B-20C2-5D52-86D3-A302176EF959}"/>
                </a:ext>
              </a:extLst>
            </p:cNvPr>
            <p:cNvSpPr/>
            <p:nvPr userDrawn="1"/>
          </p:nvSpPr>
          <p:spPr>
            <a:xfrm rot="10800000">
              <a:off x="9352608" y="2941249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23" name="Rounded Rectangle">
              <a:extLst>
                <a:ext uri="{FF2B5EF4-FFF2-40B4-BE49-F238E27FC236}">
                  <a16:creationId xmlns:a16="http://schemas.microsoft.com/office/drawing/2014/main" id="{DC5D9CCB-C4A3-6914-D8DA-41437CAA596C}"/>
                </a:ext>
              </a:extLst>
            </p:cNvPr>
            <p:cNvSpPr/>
            <p:nvPr userDrawn="1"/>
          </p:nvSpPr>
          <p:spPr>
            <a:xfrm rot="10800000">
              <a:off x="12291143" y="2941248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26" name="Rounded Rectangle">
              <a:extLst>
                <a:ext uri="{FF2B5EF4-FFF2-40B4-BE49-F238E27FC236}">
                  <a16:creationId xmlns:a16="http://schemas.microsoft.com/office/drawing/2014/main" id="{ED7422AB-D3D0-EC4A-53FF-861B7EF7DC27}"/>
                </a:ext>
              </a:extLst>
            </p:cNvPr>
            <p:cNvSpPr/>
            <p:nvPr userDrawn="1"/>
          </p:nvSpPr>
          <p:spPr>
            <a:xfrm rot="10800000">
              <a:off x="15229676" y="2941249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29" name="Rounded Rectangle">
              <a:extLst>
                <a:ext uri="{FF2B5EF4-FFF2-40B4-BE49-F238E27FC236}">
                  <a16:creationId xmlns:a16="http://schemas.microsoft.com/office/drawing/2014/main" id="{B6A30713-8649-EDDA-F2BC-D1652791B53D}"/>
                </a:ext>
              </a:extLst>
            </p:cNvPr>
            <p:cNvSpPr/>
            <p:nvPr userDrawn="1"/>
          </p:nvSpPr>
          <p:spPr>
            <a:xfrm rot="10800000">
              <a:off x="18168210" y="2941248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32" name="Rounded Rectangle">
              <a:extLst>
                <a:ext uri="{FF2B5EF4-FFF2-40B4-BE49-F238E27FC236}">
                  <a16:creationId xmlns:a16="http://schemas.microsoft.com/office/drawing/2014/main" id="{EF3FCB32-3CD0-C128-C6A1-E8050A88CF54}"/>
                </a:ext>
              </a:extLst>
            </p:cNvPr>
            <p:cNvSpPr/>
            <p:nvPr userDrawn="1"/>
          </p:nvSpPr>
          <p:spPr>
            <a:xfrm rot="10800000">
              <a:off x="21106742" y="2941249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35" name="Rounded Rectangle">
              <a:extLst>
                <a:ext uri="{FF2B5EF4-FFF2-40B4-BE49-F238E27FC236}">
                  <a16:creationId xmlns:a16="http://schemas.microsoft.com/office/drawing/2014/main" id="{3F09F399-E0DC-9735-5B47-CECAB8B2C982}"/>
                </a:ext>
              </a:extLst>
            </p:cNvPr>
            <p:cNvSpPr/>
            <p:nvPr userDrawn="1"/>
          </p:nvSpPr>
          <p:spPr>
            <a:xfrm rot="10800000">
              <a:off x="3475542" y="5557752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38" name="Rounded Rectangle">
              <a:extLst>
                <a:ext uri="{FF2B5EF4-FFF2-40B4-BE49-F238E27FC236}">
                  <a16:creationId xmlns:a16="http://schemas.microsoft.com/office/drawing/2014/main" id="{D447A4F5-F2FA-5600-BF64-8AE31248863F}"/>
                </a:ext>
              </a:extLst>
            </p:cNvPr>
            <p:cNvSpPr/>
            <p:nvPr userDrawn="1"/>
          </p:nvSpPr>
          <p:spPr>
            <a:xfrm rot="10800000">
              <a:off x="6414075" y="5557752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41" name="Rounded Rectangle">
              <a:extLst>
                <a:ext uri="{FF2B5EF4-FFF2-40B4-BE49-F238E27FC236}">
                  <a16:creationId xmlns:a16="http://schemas.microsoft.com/office/drawing/2014/main" id="{A2029047-686A-316B-DEF0-017293B0937C}"/>
                </a:ext>
              </a:extLst>
            </p:cNvPr>
            <p:cNvSpPr/>
            <p:nvPr userDrawn="1"/>
          </p:nvSpPr>
          <p:spPr>
            <a:xfrm rot="10800000">
              <a:off x="9352609" y="5557752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44" name="Rounded Rectangle">
              <a:extLst>
                <a:ext uri="{FF2B5EF4-FFF2-40B4-BE49-F238E27FC236}">
                  <a16:creationId xmlns:a16="http://schemas.microsoft.com/office/drawing/2014/main" id="{7D28A0B1-728E-3C46-8891-0F9BE27C35A4}"/>
                </a:ext>
              </a:extLst>
            </p:cNvPr>
            <p:cNvSpPr/>
            <p:nvPr userDrawn="1"/>
          </p:nvSpPr>
          <p:spPr>
            <a:xfrm rot="10800000">
              <a:off x="12291142" y="5557752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47" name="Rounded Rectangle">
              <a:extLst>
                <a:ext uri="{FF2B5EF4-FFF2-40B4-BE49-F238E27FC236}">
                  <a16:creationId xmlns:a16="http://schemas.microsoft.com/office/drawing/2014/main" id="{122B2EC3-D547-6EE0-5818-AC2D1DD894F5}"/>
                </a:ext>
              </a:extLst>
            </p:cNvPr>
            <p:cNvSpPr/>
            <p:nvPr userDrawn="1"/>
          </p:nvSpPr>
          <p:spPr>
            <a:xfrm rot="10800000">
              <a:off x="15229675" y="5557752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50" name="Rounded Rectangle">
              <a:extLst>
                <a:ext uri="{FF2B5EF4-FFF2-40B4-BE49-F238E27FC236}">
                  <a16:creationId xmlns:a16="http://schemas.microsoft.com/office/drawing/2014/main" id="{DB2F72D9-1B6D-D934-F661-91BA19F1DDBC}"/>
                </a:ext>
              </a:extLst>
            </p:cNvPr>
            <p:cNvSpPr/>
            <p:nvPr userDrawn="1"/>
          </p:nvSpPr>
          <p:spPr>
            <a:xfrm rot="10800000">
              <a:off x="18168208" y="5557752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53" name="Rounded Rectangle">
              <a:extLst>
                <a:ext uri="{FF2B5EF4-FFF2-40B4-BE49-F238E27FC236}">
                  <a16:creationId xmlns:a16="http://schemas.microsoft.com/office/drawing/2014/main" id="{4371955C-4AC6-BB9B-EF1D-BE9A40FD4A32}"/>
                </a:ext>
              </a:extLst>
            </p:cNvPr>
            <p:cNvSpPr/>
            <p:nvPr userDrawn="1"/>
          </p:nvSpPr>
          <p:spPr>
            <a:xfrm rot="10800000">
              <a:off x="21106742" y="5557752"/>
              <a:ext cx="2740252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56" name="Rounded Rectangle">
              <a:extLst>
                <a:ext uri="{FF2B5EF4-FFF2-40B4-BE49-F238E27FC236}">
                  <a16:creationId xmlns:a16="http://schemas.microsoft.com/office/drawing/2014/main" id="{7C6140EE-1412-1740-BDF8-5584F952D082}"/>
                </a:ext>
              </a:extLst>
            </p:cNvPr>
            <p:cNvSpPr/>
            <p:nvPr userDrawn="1"/>
          </p:nvSpPr>
          <p:spPr>
            <a:xfrm rot="10800000">
              <a:off x="537006" y="8174256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59" name="Rounded Rectangle">
              <a:extLst>
                <a:ext uri="{FF2B5EF4-FFF2-40B4-BE49-F238E27FC236}">
                  <a16:creationId xmlns:a16="http://schemas.microsoft.com/office/drawing/2014/main" id="{6DF7C365-1C12-5055-82AB-C4EFC8A4F984}"/>
                </a:ext>
              </a:extLst>
            </p:cNvPr>
            <p:cNvSpPr/>
            <p:nvPr userDrawn="1"/>
          </p:nvSpPr>
          <p:spPr>
            <a:xfrm rot="10800000">
              <a:off x="3475540" y="8174256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62" name="Rounded Rectangle">
              <a:extLst>
                <a:ext uri="{FF2B5EF4-FFF2-40B4-BE49-F238E27FC236}">
                  <a16:creationId xmlns:a16="http://schemas.microsoft.com/office/drawing/2014/main" id="{067E3334-B83B-ED6B-9AB4-025006A96372}"/>
                </a:ext>
              </a:extLst>
            </p:cNvPr>
            <p:cNvSpPr/>
            <p:nvPr userDrawn="1"/>
          </p:nvSpPr>
          <p:spPr>
            <a:xfrm rot="10800000">
              <a:off x="6414075" y="8174256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65" name="Rounded Rectangle">
              <a:extLst>
                <a:ext uri="{FF2B5EF4-FFF2-40B4-BE49-F238E27FC236}">
                  <a16:creationId xmlns:a16="http://schemas.microsoft.com/office/drawing/2014/main" id="{8451ED5F-4517-B974-2F7D-3857A0803130}"/>
                </a:ext>
              </a:extLst>
            </p:cNvPr>
            <p:cNvSpPr/>
            <p:nvPr userDrawn="1"/>
          </p:nvSpPr>
          <p:spPr>
            <a:xfrm rot="10800000">
              <a:off x="9352608" y="8174256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68" name="Rounded Rectangle">
              <a:extLst>
                <a:ext uri="{FF2B5EF4-FFF2-40B4-BE49-F238E27FC236}">
                  <a16:creationId xmlns:a16="http://schemas.microsoft.com/office/drawing/2014/main" id="{A42D2BC8-8695-D440-D242-7AF337A4FC5D}"/>
                </a:ext>
              </a:extLst>
            </p:cNvPr>
            <p:cNvSpPr/>
            <p:nvPr userDrawn="1"/>
          </p:nvSpPr>
          <p:spPr>
            <a:xfrm rot="10800000">
              <a:off x="12291144" y="8174256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71" name="Rounded Rectangle">
              <a:extLst>
                <a:ext uri="{FF2B5EF4-FFF2-40B4-BE49-F238E27FC236}">
                  <a16:creationId xmlns:a16="http://schemas.microsoft.com/office/drawing/2014/main" id="{6C847876-096E-53C9-1C94-A0DC3999A93A}"/>
                </a:ext>
              </a:extLst>
            </p:cNvPr>
            <p:cNvSpPr/>
            <p:nvPr userDrawn="1"/>
          </p:nvSpPr>
          <p:spPr>
            <a:xfrm rot="10800000">
              <a:off x="15229678" y="8179644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74" name="Rounded Rectangle">
              <a:extLst>
                <a:ext uri="{FF2B5EF4-FFF2-40B4-BE49-F238E27FC236}">
                  <a16:creationId xmlns:a16="http://schemas.microsoft.com/office/drawing/2014/main" id="{C6BD2336-B436-47D2-12C4-183D31F811E0}"/>
                </a:ext>
              </a:extLst>
            </p:cNvPr>
            <p:cNvSpPr/>
            <p:nvPr userDrawn="1"/>
          </p:nvSpPr>
          <p:spPr>
            <a:xfrm rot="10800000">
              <a:off x="18168211" y="8174256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77" name="Rounded Rectangle">
              <a:extLst>
                <a:ext uri="{FF2B5EF4-FFF2-40B4-BE49-F238E27FC236}">
                  <a16:creationId xmlns:a16="http://schemas.microsoft.com/office/drawing/2014/main" id="{20916A3B-231B-3AE0-3649-B580316CAF36}"/>
                </a:ext>
              </a:extLst>
            </p:cNvPr>
            <p:cNvSpPr/>
            <p:nvPr userDrawn="1"/>
          </p:nvSpPr>
          <p:spPr>
            <a:xfrm rot="10800000">
              <a:off x="21106742" y="8174256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80" name="Rounded Rectangle">
              <a:extLst>
                <a:ext uri="{FF2B5EF4-FFF2-40B4-BE49-F238E27FC236}">
                  <a16:creationId xmlns:a16="http://schemas.microsoft.com/office/drawing/2014/main" id="{D5C3FF07-F4BF-575F-FADE-2DD0421E11C8}"/>
                </a:ext>
              </a:extLst>
            </p:cNvPr>
            <p:cNvSpPr/>
            <p:nvPr userDrawn="1"/>
          </p:nvSpPr>
          <p:spPr>
            <a:xfrm rot="10800000">
              <a:off x="537007" y="10790759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83" name="Rounded Rectangle">
              <a:extLst>
                <a:ext uri="{FF2B5EF4-FFF2-40B4-BE49-F238E27FC236}">
                  <a16:creationId xmlns:a16="http://schemas.microsoft.com/office/drawing/2014/main" id="{87CDBC44-597F-9252-A8A0-4498F5C11C90}"/>
                </a:ext>
              </a:extLst>
            </p:cNvPr>
            <p:cNvSpPr/>
            <p:nvPr userDrawn="1"/>
          </p:nvSpPr>
          <p:spPr>
            <a:xfrm rot="10800000">
              <a:off x="3475541" y="10790759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86" name="Rounded Rectangle">
              <a:extLst>
                <a:ext uri="{FF2B5EF4-FFF2-40B4-BE49-F238E27FC236}">
                  <a16:creationId xmlns:a16="http://schemas.microsoft.com/office/drawing/2014/main" id="{6D00912C-7B2F-374B-22CC-A7F6D0728EC4}"/>
                </a:ext>
              </a:extLst>
            </p:cNvPr>
            <p:cNvSpPr/>
            <p:nvPr userDrawn="1"/>
          </p:nvSpPr>
          <p:spPr>
            <a:xfrm rot="10800000">
              <a:off x="6414078" y="10796148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89" name="Rounded Rectangle">
              <a:extLst>
                <a:ext uri="{FF2B5EF4-FFF2-40B4-BE49-F238E27FC236}">
                  <a16:creationId xmlns:a16="http://schemas.microsoft.com/office/drawing/2014/main" id="{E78F0ED9-5000-1B15-6251-EAA3AEB70292}"/>
                </a:ext>
              </a:extLst>
            </p:cNvPr>
            <p:cNvSpPr/>
            <p:nvPr userDrawn="1"/>
          </p:nvSpPr>
          <p:spPr>
            <a:xfrm rot="10800000">
              <a:off x="9352609" y="10790759"/>
              <a:ext cx="2740252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92" name="Rounded Rectangle">
              <a:extLst>
                <a:ext uri="{FF2B5EF4-FFF2-40B4-BE49-F238E27FC236}">
                  <a16:creationId xmlns:a16="http://schemas.microsoft.com/office/drawing/2014/main" id="{B88501E3-ED81-5BD9-CE97-9C037B5E8267}"/>
                </a:ext>
              </a:extLst>
            </p:cNvPr>
            <p:cNvSpPr/>
            <p:nvPr userDrawn="1"/>
          </p:nvSpPr>
          <p:spPr>
            <a:xfrm rot="10800000">
              <a:off x="12291140" y="10796148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95" name="Rounded Rectangle">
              <a:extLst>
                <a:ext uri="{FF2B5EF4-FFF2-40B4-BE49-F238E27FC236}">
                  <a16:creationId xmlns:a16="http://schemas.microsoft.com/office/drawing/2014/main" id="{6DDBD0E6-3941-E160-B19E-1822BCFC03E5}"/>
                </a:ext>
              </a:extLst>
            </p:cNvPr>
            <p:cNvSpPr/>
            <p:nvPr userDrawn="1"/>
          </p:nvSpPr>
          <p:spPr>
            <a:xfrm rot="10800000">
              <a:off x="15229673" y="10796148"/>
              <a:ext cx="2740251" cy="2429121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  <p:sp>
          <p:nvSpPr>
            <p:cNvPr id="98" name="Rounded Rectangle">
              <a:extLst>
                <a:ext uri="{FF2B5EF4-FFF2-40B4-BE49-F238E27FC236}">
                  <a16:creationId xmlns:a16="http://schemas.microsoft.com/office/drawing/2014/main" id="{851ED0E3-332E-A786-61D9-2639E2AB8331}"/>
                </a:ext>
              </a:extLst>
            </p:cNvPr>
            <p:cNvSpPr/>
            <p:nvPr userDrawn="1"/>
          </p:nvSpPr>
          <p:spPr>
            <a:xfrm rot="10800000">
              <a:off x="18168207" y="10790759"/>
              <a:ext cx="2740251" cy="2429120"/>
            </a:xfrm>
            <a:prstGeom prst="roundRect">
              <a:avLst>
                <a:gd name="adj" fmla="val 8725"/>
              </a:avLst>
            </a:prstGeom>
            <a:grpFill/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412750">
                <a:lnSpc>
                  <a:spcPct val="100000"/>
                </a:lnSpc>
                <a:defRPr sz="3200">
                  <a:solidFill>
                    <a:srgbClr val="FFFFFF"/>
                  </a:solidFill>
                </a:defRPr>
              </a:pPr>
              <a:endParaRPr sz="1600"/>
            </a:p>
          </p:txBody>
        </p:sp>
      </p:grpSp>
      <p:sp>
        <p:nvSpPr>
          <p:cNvPr id="127" name="Picture Placeholder 129">
            <a:extLst>
              <a:ext uri="{FF2B5EF4-FFF2-40B4-BE49-F238E27FC236}">
                <a16:creationId xmlns:a16="http://schemas.microsoft.com/office/drawing/2014/main" id="{243917DA-575F-CBA9-2CB7-4117825DB367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9322709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8" name="Picture Placeholder 100">
            <a:extLst>
              <a:ext uri="{FF2B5EF4-FFF2-40B4-BE49-F238E27FC236}">
                <a16:creationId xmlns:a16="http://schemas.microsoft.com/office/drawing/2014/main" id="{E823CFCB-08ED-E814-1A19-11D940D626E7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976375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29" name="Picture Placeholder 101">
            <a:extLst>
              <a:ext uri="{FF2B5EF4-FFF2-40B4-BE49-F238E27FC236}">
                <a16:creationId xmlns:a16="http://schemas.microsoft.com/office/drawing/2014/main" id="{AD748999-98FE-20AB-F38D-9830308913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445641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0" name="Picture Placeholder 102">
            <a:extLst>
              <a:ext uri="{FF2B5EF4-FFF2-40B4-BE49-F238E27FC236}">
                <a16:creationId xmlns:a16="http://schemas.microsoft.com/office/drawing/2014/main" id="{A11D7367-2D02-D7BC-3363-98832EAEDD9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914909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1" name="Picture Placeholder 103">
            <a:extLst>
              <a:ext uri="{FF2B5EF4-FFF2-40B4-BE49-F238E27FC236}">
                <a16:creationId xmlns:a16="http://schemas.microsoft.com/office/drawing/2014/main" id="{C31B12FC-9025-A6C5-4272-9ED2E45477FA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384176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2" name="Picture Placeholder 104">
            <a:extLst>
              <a:ext uri="{FF2B5EF4-FFF2-40B4-BE49-F238E27FC236}">
                <a16:creationId xmlns:a16="http://schemas.microsoft.com/office/drawing/2014/main" id="{B51186FB-C129-BFA9-966A-961A5980E1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853442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3" name="Picture Placeholder 105">
            <a:extLst>
              <a:ext uri="{FF2B5EF4-FFF2-40B4-BE49-F238E27FC236}">
                <a16:creationId xmlns:a16="http://schemas.microsoft.com/office/drawing/2014/main" id="{D93E0181-D262-AC26-85CF-C32F13DAFE3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322709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4" name="Picture Placeholder 106">
            <a:extLst>
              <a:ext uri="{FF2B5EF4-FFF2-40B4-BE49-F238E27FC236}">
                <a16:creationId xmlns:a16="http://schemas.microsoft.com/office/drawing/2014/main" id="{730444FE-7756-6498-BD24-ACE6930DE432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0791975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5" name="Picture Placeholder 99">
            <a:extLst>
              <a:ext uri="{FF2B5EF4-FFF2-40B4-BE49-F238E27FC236}">
                <a16:creationId xmlns:a16="http://schemas.microsoft.com/office/drawing/2014/main" id="{E66ACFBA-02E8-8D18-258E-1246DEEFBFA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07107" y="12975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6" name="Picture Placeholder 108">
            <a:extLst>
              <a:ext uri="{FF2B5EF4-FFF2-40B4-BE49-F238E27FC236}">
                <a16:creationId xmlns:a16="http://schemas.microsoft.com/office/drawing/2014/main" id="{D9ECD4B0-69AD-C3AA-9984-41847083FD0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76375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7" name="Picture Placeholder 109">
            <a:extLst>
              <a:ext uri="{FF2B5EF4-FFF2-40B4-BE49-F238E27FC236}">
                <a16:creationId xmlns:a16="http://schemas.microsoft.com/office/drawing/2014/main" id="{EA35EDB5-A5E8-40B2-CD12-1691338BBDD7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445641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8" name="Picture Placeholder 110">
            <a:extLst>
              <a:ext uri="{FF2B5EF4-FFF2-40B4-BE49-F238E27FC236}">
                <a16:creationId xmlns:a16="http://schemas.microsoft.com/office/drawing/2014/main" id="{E56BB873-2627-CE79-A603-DD497ED617B1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4914909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9" name="Picture Placeholder 111">
            <a:extLst>
              <a:ext uri="{FF2B5EF4-FFF2-40B4-BE49-F238E27FC236}">
                <a16:creationId xmlns:a16="http://schemas.microsoft.com/office/drawing/2014/main" id="{705BA850-E920-0BCC-72CF-63D916FEB76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384176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0" name="Picture Placeholder 112">
            <a:extLst>
              <a:ext uri="{FF2B5EF4-FFF2-40B4-BE49-F238E27FC236}">
                <a16:creationId xmlns:a16="http://schemas.microsoft.com/office/drawing/2014/main" id="{E46A7A94-5D01-1A64-27D9-A068F7B132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853442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1" name="Picture Placeholder 113">
            <a:extLst>
              <a:ext uri="{FF2B5EF4-FFF2-40B4-BE49-F238E27FC236}">
                <a16:creationId xmlns:a16="http://schemas.microsoft.com/office/drawing/2014/main" id="{5EFE351B-5EC5-B849-F0E0-0CE1B2A1CF9E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322709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2" name="Picture Placeholder 114">
            <a:extLst>
              <a:ext uri="{FF2B5EF4-FFF2-40B4-BE49-F238E27FC236}">
                <a16:creationId xmlns:a16="http://schemas.microsoft.com/office/drawing/2014/main" id="{741D5164-FF7A-ACAA-3C14-4633F25C734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791975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3" name="Picture Placeholder 115">
            <a:extLst>
              <a:ext uri="{FF2B5EF4-FFF2-40B4-BE49-F238E27FC236}">
                <a16:creationId xmlns:a16="http://schemas.microsoft.com/office/drawing/2014/main" id="{FF1C4B50-83C0-2F74-7D7C-6714853C78C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107" y="260173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4" name="Picture Placeholder 116">
            <a:extLst>
              <a:ext uri="{FF2B5EF4-FFF2-40B4-BE49-F238E27FC236}">
                <a16:creationId xmlns:a16="http://schemas.microsoft.com/office/drawing/2014/main" id="{EE847704-068E-9895-B160-62F8F8AF974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976375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5" name="Picture Placeholder 117">
            <a:extLst>
              <a:ext uri="{FF2B5EF4-FFF2-40B4-BE49-F238E27FC236}">
                <a16:creationId xmlns:a16="http://schemas.microsoft.com/office/drawing/2014/main" id="{934F9F3A-8DE6-7928-9DC5-7E165277527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445641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6" name="Picture Placeholder 118">
            <a:extLst>
              <a:ext uri="{FF2B5EF4-FFF2-40B4-BE49-F238E27FC236}">
                <a16:creationId xmlns:a16="http://schemas.microsoft.com/office/drawing/2014/main" id="{FB9778F3-EB61-AE6E-E31F-6B7744E09264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4914909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7" name="Picture Placeholder 119">
            <a:extLst>
              <a:ext uri="{FF2B5EF4-FFF2-40B4-BE49-F238E27FC236}">
                <a16:creationId xmlns:a16="http://schemas.microsoft.com/office/drawing/2014/main" id="{70808CE6-5AD9-C1D7-F64A-350E86BDC6C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384176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8" name="Picture Placeholder 120">
            <a:extLst>
              <a:ext uri="{FF2B5EF4-FFF2-40B4-BE49-F238E27FC236}">
                <a16:creationId xmlns:a16="http://schemas.microsoft.com/office/drawing/2014/main" id="{FD4F0466-A1B1-CBE7-E074-4B71A9E55277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853442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49" name="Picture Placeholder 121">
            <a:extLst>
              <a:ext uri="{FF2B5EF4-FFF2-40B4-BE49-F238E27FC236}">
                <a16:creationId xmlns:a16="http://schemas.microsoft.com/office/drawing/2014/main" id="{94DDCDD5-64D2-292F-A8A9-26F0EE0B78DE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322709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0" name="Picture Placeholder 122">
            <a:extLst>
              <a:ext uri="{FF2B5EF4-FFF2-40B4-BE49-F238E27FC236}">
                <a16:creationId xmlns:a16="http://schemas.microsoft.com/office/drawing/2014/main" id="{5C15E817-3E29-9D49-C5A2-2C9F9DE2EB48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0791975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1" name="Picture Placeholder 123">
            <a:extLst>
              <a:ext uri="{FF2B5EF4-FFF2-40B4-BE49-F238E27FC236}">
                <a16:creationId xmlns:a16="http://schemas.microsoft.com/office/drawing/2014/main" id="{E832AD8B-2136-8002-4ABD-02EF64BBF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07107" y="3916181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2" name="Picture Placeholder 124">
            <a:extLst>
              <a:ext uri="{FF2B5EF4-FFF2-40B4-BE49-F238E27FC236}">
                <a16:creationId xmlns:a16="http://schemas.microsoft.com/office/drawing/2014/main" id="{7325517F-3764-90DF-7F6C-C64E6FF0497E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976375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3" name="Picture Placeholder 125">
            <a:extLst>
              <a:ext uri="{FF2B5EF4-FFF2-40B4-BE49-F238E27FC236}">
                <a16:creationId xmlns:a16="http://schemas.microsoft.com/office/drawing/2014/main" id="{B097E80A-0927-9BBD-4ADE-EA6AF57B565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3445641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4" name="Picture Placeholder 126">
            <a:extLst>
              <a:ext uri="{FF2B5EF4-FFF2-40B4-BE49-F238E27FC236}">
                <a16:creationId xmlns:a16="http://schemas.microsoft.com/office/drawing/2014/main" id="{B392FA18-C40C-652E-0D02-9FD4A0ABF464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4914909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5" name="Picture Placeholder 127">
            <a:extLst>
              <a:ext uri="{FF2B5EF4-FFF2-40B4-BE49-F238E27FC236}">
                <a16:creationId xmlns:a16="http://schemas.microsoft.com/office/drawing/2014/main" id="{91AB8FB7-ECBB-D9CF-817F-C2D1C0A81592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6384176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6" name="Picture Placeholder 128">
            <a:extLst>
              <a:ext uri="{FF2B5EF4-FFF2-40B4-BE49-F238E27FC236}">
                <a16:creationId xmlns:a16="http://schemas.microsoft.com/office/drawing/2014/main" id="{8B47EEC9-3FAB-BDDC-7B42-FAD7C067E581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853442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7" name="Picture Placeholder 131">
            <a:extLst>
              <a:ext uri="{FF2B5EF4-FFF2-40B4-BE49-F238E27FC236}">
                <a16:creationId xmlns:a16="http://schemas.microsoft.com/office/drawing/2014/main" id="{692E4251-B341-FB50-95CB-C9C139F77065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507107" y="5227456"/>
            <a:ext cx="1015802" cy="1016398"/>
          </a:xfrm>
          <a:custGeom>
            <a:avLst/>
            <a:gdLst>
              <a:gd name="connsiteX0" fmla="*/ 223477 w 2031604"/>
              <a:gd name="connsiteY0" fmla="*/ 0 h 2032795"/>
              <a:gd name="connsiteX1" fmla="*/ 1807752 w 2031604"/>
              <a:gd name="connsiteY1" fmla="*/ 0 h 2032795"/>
              <a:gd name="connsiteX2" fmla="*/ 1939147 w 2031604"/>
              <a:gd name="connsiteY2" fmla="*/ 11107 h 2032795"/>
              <a:gd name="connsiteX3" fmla="*/ 2020506 w 2031604"/>
              <a:gd name="connsiteY3" fmla="*/ 92430 h 2032795"/>
              <a:gd name="connsiteX4" fmla="*/ 2031604 w 2031604"/>
              <a:gd name="connsiteY4" fmla="*/ 223450 h 2032795"/>
              <a:gd name="connsiteX5" fmla="*/ 2031604 w 2031604"/>
              <a:gd name="connsiteY5" fmla="*/ 1809345 h 2032795"/>
              <a:gd name="connsiteX6" fmla="*/ 2020506 w 2031604"/>
              <a:gd name="connsiteY6" fmla="*/ 1940365 h 2032795"/>
              <a:gd name="connsiteX7" fmla="*/ 1939147 w 2031604"/>
              <a:gd name="connsiteY7" fmla="*/ 2022159 h 2032795"/>
              <a:gd name="connsiteX8" fmla="*/ 1807752 w 2031604"/>
              <a:gd name="connsiteY8" fmla="*/ 2032795 h 2032795"/>
              <a:gd name="connsiteX9" fmla="*/ 223477 w 2031604"/>
              <a:gd name="connsiteY9" fmla="*/ 2032795 h 2032795"/>
              <a:gd name="connsiteX10" fmla="*/ 92457 w 2031604"/>
              <a:gd name="connsiteY10" fmla="*/ 2022159 h 2032795"/>
              <a:gd name="connsiteX11" fmla="*/ 11099 w 2031604"/>
              <a:gd name="connsiteY11" fmla="*/ 1940365 h 2032795"/>
              <a:gd name="connsiteX12" fmla="*/ 0 w 2031604"/>
              <a:gd name="connsiteY12" fmla="*/ 1809345 h 2032795"/>
              <a:gd name="connsiteX13" fmla="*/ 0 w 2031604"/>
              <a:gd name="connsiteY13" fmla="*/ 223450 h 2032795"/>
              <a:gd name="connsiteX14" fmla="*/ 11099 w 2031604"/>
              <a:gd name="connsiteY14" fmla="*/ 92430 h 2032795"/>
              <a:gd name="connsiteX15" fmla="*/ 92457 w 2031604"/>
              <a:gd name="connsiteY15" fmla="*/ 11107 h 2032795"/>
              <a:gd name="connsiteX16" fmla="*/ 223477 w 2031604"/>
              <a:gd name="connsiteY16" fmla="*/ 0 h 20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1604" h="2032795">
                <a:moveTo>
                  <a:pt x="223477" y="0"/>
                </a:moveTo>
                <a:lnTo>
                  <a:pt x="1807752" y="0"/>
                </a:lnTo>
                <a:cubicBezTo>
                  <a:pt x="1873402" y="0"/>
                  <a:pt x="1912906" y="188"/>
                  <a:pt x="1939147" y="11107"/>
                </a:cubicBezTo>
                <a:cubicBezTo>
                  <a:pt x="1976958" y="24849"/>
                  <a:pt x="2006679" y="54592"/>
                  <a:pt x="2020506" y="92430"/>
                </a:cubicBezTo>
                <a:cubicBezTo>
                  <a:pt x="2031416" y="118690"/>
                  <a:pt x="2031604" y="157846"/>
                  <a:pt x="2031604" y="223450"/>
                </a:cubicBezTo>
                <a:lnTo>
                  <a:pt x="2031604" y="1809345"/>
                </a:lnTo>
                <a:cubicBezTo>
                  <a:pt x="2031604" y="1875043"/>
                  <a:pt x="2031416" y="1914105"/>
                  <a:pt x="2020506" y="1940365"/>
                </a:cubicBezTo>
                <a:cubicBezTo>
                  <a:pt x="2006679" y="1978203"/>
                  <a:pt x="1976958" y="2008323"/>
                  <a:pt x="1939147" y="2022159"/>
                </a:cubicBezTo>
                <a:cubicBezTo>
                  <a:pt x="1912906" y="2033078"/>
                  <a:pt x="1873402" y="2032795"/>
                  <a:pt x="1807752" y="2032795"/>
                </a:cubicBezTo>
                <a:lnTo>
                  <a:pt x="223477" y="2032795"/>
                </a:lnTo>
                <a:cubicBezTo>
                  <a:pt x="157826" y="2032795"/>
                  <a:pt x="118698" y="2033078"/>
                  <a:pt x="92457" y="2022159"/>
                </a:cubicBezTo>
                <a:cubicBezTo>
                  <a:pt x="54646" y="2008323"/>
                  <a:pt x="24925" y="1978203"/>
                  <a:pt x="11099" y="1940365"/>
                </a:cubicBezTo>
                <a:cubicBezTo>
                  <a:pt x="188" y="1914105"/>
                  <a:pt x="0" y="1875043"/>
                  <a:pt x="0" y="1809345"/>
                </a:cubicBezTo>
                <a:lnTo>
                  <a:pt x="0" y="223450"/>
                </a:lnTo>
                <a:cubicBezTo>
                  <a:pt x="0" y="157846"/>
                  <a:pt x="188" y="118690"/>
                  <a:pt x="11099" y="92430"/>
                </a:cubicBezTo>
                <a:cubicBezTo>
                  <a:pt x="24925" y="54592"/>
                  <a:pt x="54646" y="24849"/>
                  <a:pt x="92457" y="11107"/>
                </a:cubicBezTo>
                <a:cubicBezTo>
                  <a:pt x="118698" y="188"/>
                  <a:pt x="157826" y="0"/>
                  <a:pt x="223477" y="0"/>
                </a:cubicBezTo>
                <a:close/>
              </a:path>
            </a:pathLst>
          </a:custGeom>
          <a:solidFill>
            <a:srgbClr val="9EA6B0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8" name="Text Placeholder 13">
            <a:extLst>
              <a:ext uri="{FF2B5EF4-FFF2-40B4-BE49-F238E27FC236}">
                <a16:creationId xmlns:a16="http://schemas.microsoft.com/office/drawing/2014/main" id="{A4F40474-56C7-9059-0344-F35C428A4B2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62235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59" name="Text Placeholder 13">
            <a:extLst>
              <a:ext uri="{FF2B5EF4-FFF2-40B4-BE49-F238E27FC236}">
                <a16:creationId xmlns:a16="http://schemas.microsoft.com/office/drawing/2014/main" id="{0BD72D70-3BE8-0442-1029-9ED0D1694D05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737769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60" name="Text Placeholder 13">
            <a:extLst>
              <a:ext uri="{FF2B5EF4-FFF2-40B4-BE49-F238E27FC236}">
                <a16:creationId xmlns:a16="http://schemas.microsoft.com/office/drawing/2014/main" id="{C9626092-9355-4643-D0DB-D958546F513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207976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61" name="Text Placeholder 13">
            <a:extLst>
              <a:ext uri="{FF2B5EF4-FFF2-40B4-BE49-F238E27FC236}">
                <a16:creationId xmlns:a16="http://schemas.microsoft.com/office/drawing/2014/main" id="{F435F37B-DCAF-8B68-99BF-AC462CF0D31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674629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62" name="Text Placeholder 13">
            <a:extLst>
              <a:ext uri="{FF2B5EF4-FFF2-40B4-BE49-F238E27FC236}">
                <a16:creationId xmlns:a16="http://schemas.microsoft.com/office/drawing/2014/main" id="{8A7E611C-34EC-471A-FD8A-B4C6E7FF3930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145570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163" name="Text Placeholder 13">
            <a:extLst>
              <a:ext uri="{FF2B5EF4-FFF2-40B4-BE49-F238E27FC236}">
                <a16:creationId xmlns:a16="http://schemas.microsoft.com/office/drawing/2014/main" id="{CE2F7E48-B58E-33C5-E063-4A5F1FA6DBD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614837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164" name="Text Placeholder 13">
            <a:extLst>
              <a:ext uri="{FF2B5EF4-FFF2-40B4-BE49-F238E27FC236}">
                <a16:creationId xmlns:a16="http://schemas.microsoft.com/office/drawing/2014/main" id="{6E4ACB66-EC66-E6A7-0E9A-C33F054314CD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082428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165" name="Text Placeholder 13">
            <a:extLst>
              <a:ext uri="{FF2B5EF4-FFF2-40B4-BE49-F238E27FC236}">
                <a16:creationId xmlns:a16="http://schemas.microsoft.com/office/drawing/2014/main" id="{2B85E8E3-CE7B-F6CA-537B-CD5BC325C242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553371" y="1266104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166" name="Text Placeholder 13">
            <a:extLst>
              <a:ext uri="{FF2B5EF4-FFF2-40B4-BE49-F238E27FC236}">
                <a16:creationId xmlns:a16="http://schemas.microsoft.com/office/drawing/2014/main" id="{7CF8AD78-0315-91A7-E902-051B58CFD26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62235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167" name="Text Placeholder 13">
            <a:extLst>
              <a:ext uri="{FF2B5EF4-FFF2-40B4-BE49-F238E27FC236}">
                <a16:creationId xmlns:a16="http://schemas.microsoft.com/office/drawing/2014/main" id="{377C04DA-1C63-6689-0AE0-B1C8C0F7C27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737769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168" name="Text Placeholder 13">
            <a:extLst>
              <a:ext uri="{FF2B5EF4-FFF2-40B4-BE49-F238E27FC236}">
                <a16:creationId xmlns:a16="http://schemas.microsoft.com/office/drawing/2014/main" id="{89043A7A-C493-B304-CA73-70603D74B7D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07976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11</a:t>
            </a:r>
          </a:p>
        </p:txBody>
      </p:sp>
      <p:sp>
        <p:nvSpPr>
          <p:cNvPr id="169" name="Text Placeholder 13">
            <a:extLst>
              <a:ext uri="{FF2B5EF4-FFF2-40B4-BE49-F238E27FC236}">
                <a16:creationId xmlns:a16="http://schemas.microsoft.com/office/drawing/2014/main" id="{7BF1A19D-FC43-1931-6966-A38693E5E73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74629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12</a:t>
            </a:r>
          </a:p>
        </p:txBody>
      </p:sp>
      <p:sp>
        <p:nvSpPr>
          <p:cNvPr id="170" name="Text Placeholder 13">
            <a:extLst>
              <a:ext uri="{FF2B5EF4-FFF2-40B4-BE49-F238E27FC236}">
                <a16:creationId xmlns:a16="http://schemas.microsoft.com/office/drawing/2014/main" id="{27EF69F1-821F-FE20-A6A7-70D3C799A82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6145570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13</a:t>
            </a:r>
          </a:p>
        </p:txBody>
      </p:sp>
      <p:sp>
        <p:nvSpPr>
          <p:cNvPr id="171" name="Text Placeholder 13">
            <a:extLst>
              <a:ext uri="{FF2B5EF4-FFF2-40B4-BE49-F238E27FC236}">
                <a16:creationId xmlns:a16="http://schemas.microsoft.com/office/drawing/2014/main" id="{195C3736-CB24-82D3-E0AB-0061595ABDCD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614837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14</a:t>
            </a:r>
          </a:p>
        </p:txBody>
      </p:sp>
      <p:sp>
        <p:nvSpPr>
          <p:cNvPr id="172" name="Text Placeholder 13">
            <a:extLst>
              <a:ext uri="{FF2B5EF4-FFF2-40B4-BE49-F238E27FC236}">
                <a16:creationId xmlns:a16="http://schemas.microsoft.com/office/drawing/2014/main" id="{C807B2F7-1945-400E-CE10-8909BFA5991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9082428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15</a:t>
            </a:r>
          </a:p>
        </p:txBody>
      </p:sp>
      <p:sp>
        <p:nvSpPr>
          <p:cNvPr id="173" name="Text Placeholder 13">
            <a:extLst>
              <a:ext uri="{FF2B5EF4-FFF2-40B4-BE49-F238E27FC236}">
                <a16:creationId xmlns:a16="http://schemas.microsoft.com/office/drawing/2014/main" id="{43A8E923-E9B9-977B-73C3-93EB262CB3D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0553371" y="259753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16</a:t>
            </a:r>
          </a:p>
        </p:txBody>
      </p:sp>
      <p:sp>
        <p:nvSpPr>
          <p:cNvPr id="174" name="Text Placeholder 13">
            <a:extLst>
              <a:ext uri="{FF2B5EF4-FFF2-40B4-BE49-F238E27FC236}">
                <a16:creationId xmlns:a16="http://schemas.microsoft.com/office/drawing/2014/main" id="{961C7BBD-FA60-BAAE-721E-6F8B5C02323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62235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17</a:t>
            </a:r>
          </a:p>
        </p:txBody>
      </p:sp>
      <p:sp>
        <p:nvSpPr>
          <p:cNvPr id="175" name="Text Placeholder 13">
            <a:extLst>
              <a:ext uri="{FF2B5EF4-FFF2-40B4-BE49-F238E27FC236}">
                <a16:creationId xmlns:a16="http://schemas.microsoft.com/office/drawing/2014/main" id="{0BE99651-8CA7-71B7-F16B-0C9648BB7AD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737769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18</a:t>
            </a:r>
          </a:p>
        </p:txBody>
      </p:sp>
      <p:sp>
        <p:nvSpPr>
          <p:cNvPr id="176" name="Text Placeholder 13">
            <a:extLst>
              <a:ext uri="{FF2B5EF4-FFF2-40B4-BE49-F238E27FC236}">
                <a16:creationId xmlns:a16="http://schemas.microsoft.com/office/drawing/2014/main" id="{AB89794D-42FA-9DA8-BEC6-FC93F26B8E4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207976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19</a:t>
            </a:r>
          </a:p>
        </p:txBody>
      </p:sp>
      <p:sp>
        <p:nvSpPr>
          <p:cNvPr id="177" name="Text Placeholder 13">
            <a:extLst>
              <a:ext uri="{FF2B5EF4-FFF2-40B4-BE49-F238E27FC236}">
                <a16:creationId xmlns:a16="http://schemas.microsoft.com/office/drawing/2014/main" id="{444D12D1-32DC-87E3-9FFA-2AD953E1BAA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674629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20</a:t>
            </a:r>
          </a:p>
        </p:txBody>
      </p:sp>
      <p:sp>
        <p:nvSpPr>
          <p:cNvPr id="178" name="Text Placeholder 13">
            <a:extLst>
              <a:ext uri="{FF2B5EF4-FFF2-40B4-BE49-F238E27FC236}">
                <a16:creationId xmlns:a16="http://schemas.microsoft.com/office/drawing/2014/main" id="{F118CF84-AC96-9BD6-DB21-26F7B5FCE6B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145570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21</a:t>
            </a:r>
          </a:p>
        </p:txBody>
      </p:sp>
      <p:sp>
        <p:nvSpPr>
          <p:cNvPr id="179" name="Text Placeholder 13">
            <a:extLst>
              <a:ext uri="{FF2B5EF4-FFF2-40B4-BE49-F238E27FC236}">
                <a16:creationId xmlns:a16="http://schemas.microsoft.com/office/drawing/2014/main" id="{2B6E8612-1D4F-CEBE-80BF-DB7ABDAD3BD9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614837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22</a:t>
            </a:r>
          </a:p>
        </p:txBody>
      </p:sp>
      <p:sp>
        <p:nvSpPr>
          <p:cNvPr id="180" name="Text Placeholder 13">
            <a:extLst>
              <a:ext uri="{FF2B5EF4-FFF2-40B4-BE49-F238E27FC236}">
                <a16:creationId xmlns:a16="http://schemas.microsoft.com/office/drawing/2014/main" id="{A13CDD49-82B3-E596-13D9-F16717EE492D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9082428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23</a:t>
            </a:r>
          </a:p>
        </p:txBody>
      </p:sp>
      <p:sp>
        <p:nvSpPr>
          <p:cNvPr id="181" name="Text Placeholder 13">
            <a:extLst>
              <a:ext uri="{FF2B5EF4-FFF2-40B4-BE49-F238E27FC236}">
                <a16:creationId xmlns:a16="http://schemas.microsoft.com/office/drawing/2014/main" id="{2CD73294-132F-34F3-CEC7-C0D540BE6C40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0553371" y="3902655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24</a:t>
            </a:r>
          </a:p>
        </p:txBody>
      </p:sp>
      <p:sp>
        <p:nvSpPr>
          <p:cNvPr id="182" name="Text Placeholder 13">
            <a:extLst>
              <a:ext uri="{FF2B5EF4-FFF2-40B4-BE49-F238E27FC236}">
                <a16:creationId xmlns:a16="http://schemas.microsoft.com/office/drawing/2014/main" id="{B0A8B18B-230E-2FF2-9D9F-772E63A9619A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262235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25</a:t>
            </a:r>
          </a:p>
        </p:txBody>
      </p:sp>
      <p:sp>
        <p:nvSpPr>
          <p:cNvPr id="183" name="Text Placeholder 13">
            <a:extLst>
              <a:ext uri="{FF2B5EF4-FFF2-40B4-BE49-F238E27FC236}">
                <a16:creationId xmlns:a16="http://schemas.microsoft.com/office/drawing/2014/main" id="{9AA2FAA1-9AE1-F1AB-38FD-9ADD451C1BB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737769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26</a:t>
            </a:r>
          </a:p>
        </p:txBody>
      </p:sp>
      <p:sp>
        <p:nvSpPr>
          <p:cNvPr id="184" name="Text Placeholder 13">
            <a:extLst>
              <a:ext uri="{FF2B5EF4-FFF2-40B4-BE49-F238E27FC236}">
                <a16:creationId xmlns:a16="http://schemas.microsoft.com/office/drawing/2014/main" id="{245C9B1F-780D-E448-E543-E731A7F15EE4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3207976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27</a:t>
            </a:r>
          </a:p>
        </p:txBody>
      </p:sp>
      <p:sp>
        <p:nvSpPr>
          <p:cNvPr id="185" name="Text Placeholder 13">
            <a:extLst>
              <a:ext uri="{FF2B5EF4-FFF2-40B4-BE49-F238E27FC236}">
                <a16:creationId xmlns:a16="http://schemas.microsoft.com/office/drawing/2014/main" id="{5D4BFA86-177C-1FE1-DD11-7E27CABBA30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4674629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28</a:t>
            </a:r>
          </a:p>
        </p:txBody>
      </p:sp>
      <p:sp>
        <p:nvSpPr>
          <p:cNvPr id="186" name="Text Placeholder 13">
            <a:extLst>
              <a:ext uri="{FF2B5EF4-FFF2-40B4-BE49-F238E27FC236}">
                <a16:creationId xmlns:a16="http://schemas.microsoft.com/office/drawing/2014/main" id="{E9A14D8A-1CFD-45C4-FCBE-8FEE6733BF9B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45570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29</a:t>
            </a:r>
          </a:p>
        </p:txBody>
      </p:sp>
      <p:sp>
        <p:nvSpPr>
          <p:cNvPr id="187" name="Text Placeholder 13">
            <a:extLst>
              <a:ext uri="{FF2B5EF4-FFF2-40B4-BE49-F238E27FC236}">
                <a16:creationId xmlns:a16="http://schemas.microsoft.com/office/drawing/2014/main" id="{C9381CF5-1C1B-80ED-9767-CA86482394C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614837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30</a:t>
            </a:r>
          </a:p>
        </p:txBody>
      </p:sp>
      <p:sp>
        <p:nvSpPr>
          <p:cNvPr id="188" name="Text Placeholder 13">
            <a:extLst>
              <a:ext uri="{FF2B5EF4-FFF2-40B4-BE49-F238E27FC236}">
                <a16:creationId xmlns:a16="http://schemas.microsoft.com/office/drawing/2014/main" id="{D9468FBA-7C6E-8146-3AB9-DBE290DC712C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9082428" y="5213601"/>
            <a:ext cx="249734" cy="139337"/>
          </a:xfrm>
        </p:spPr>
        <p:txBody>
          <a:bodyPr>
            <a:noAutofit/>
          </a:bodyPr>
          <a:lstStyle>
            <a:lvl1pPr marL="0" indent="0" algn="ctr">
              <a:buNone/>
              <a:defRPr sz="70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en-US"/>
              <a:t>31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5E66F69-12B5-FBF1-F824-11600F0F10E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898154" y="6356350"/>
            <a:ext cx="455645" cy="365125"/>
          </a:xfrm>
        </p:spPr>
        <p:txBody>
          <a:bodyPr/>
          <a:lstStyle/>
          <a:p>
            <a:fld id="{9116FE05-A49A-43A6-ACF4-C9C9138FA28F}" type="slidenum">
              <a:rPr lang="en-AU" smtClean="0"/>
              <a:t>‹#›</a:t>
            </a:fld>
            <a:endParaRPr lang="en-AU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5930060-B03C-3196-3F92-5D7570E870D2}"/>
              </a:ext>
            </a:extLst>
          </p:cNvPr>
          <p:cNvSpPr txBox="1">
            <a:spLocks/>
          </p:cNvSpPr>
          <p:nvPr userDrawn="1"/>
        </p:nvSpPr>
        <p:spPr>
          <a:xfrm>
            <a:off x="11183262" y="605698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itle 11">
            <a:extLst>
              <a:ext uri="{FF2B5EF4-FFF2-40B4-BE49-F238E27FC236}">
                <a16:creationId xmlns:a16="http://schemas.microsoft.com/office/drawing/2014/main" id="{C7852ABF-7C13-44FF-2AD5-D995C7A6F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543" y="381795"/>
            <a:ext cx="3888715" cy="970756"/>
          </a:xfrm>
        </p:spPr>
        <p:txBody>
          <a:bodyPr anchor="t"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Instagram posts</a:t>
            </a:r>
            <a:br>
              <a:rPr lang="en-US"/>
            </a:br>
            <a:r>
              <a:rPr lang="en-US"/>
              <a:t>Title</a:t>
            </a: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6170FC5F-8B90-DE02-9B2B-344379CABD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35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2302" y="1352551"/>
            <a:ext cx="11099208" cy="4814785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515F3-0FEF-EFA9-4300-18D1F15D31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437AC67-67FF-7C67-D711-9FB8E78E00E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D5A14C-4BEF-D8BE-9552-D8C9866E9CA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683D7BB-AD6D-83B7-06B5-53BF681FE9C7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192962514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2302" y="1365251"/>
            <a:ext cx="11110054" cy="4802083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3EDA90B7-F706-C866-8BDA-BD61F370D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CB0EE5-E479-D2C4-300B-0B9884242DA5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E4000F-8C3C-C46E-2A7C-A633BD6B04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A4FD808-CB46-1EC4-8AE9-57718486A0B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88468513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g Graph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7FC6F29-E0CC-FFF4-3448-926F7068ED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2303" y="1477108"/>
            <a:ext cx="11099206" cy="468050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F1A97-5B8F-AFD7-A269-552878324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F01558-B349-D05A-F458-950670BCB39F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5ECE800-4245-1C53-8EDA-E760F1AA97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B07AE04-620C-172E-9050-48A6E273977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402574756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g Graph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8C0F8FF-55D3-4759-C69A-955325D974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310" y="1477109"/>
            <a:ext cx="11181159" cy="465131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DF49BF0-665A-635F-C8F1-31330B95DC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22B64D-0AC5-8762-6720-4B63F0630FAB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17292ED-5C2C-3BCA-80D6-67AC91C07E0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9079A0-4BC6-43CE-1232-8E80C21E1D98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327000766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Bottom 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03275" y="706098"/>
            <a:ext cx="6667414" cy="5256957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5E45B-C546-3594-625F-E2E2797C1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72AD00-1E4E-77A3-E2AE-E1A19136C225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C7F17B-D558-9480-0030-E3EDA8637FA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70D5B20-ABEA-FC05-2175-15158694463D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7BAD9-A9DF-70B6-232C-6376763B2B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2302" y="4057959"/>
            <a:ext cx="3899382" cy="1905096"/>
          </a:xfrm>
        </p:spPr>
        <p:txBody>
          <a:bodyPr anchor="b">
            <a:noAutofit/>
          </a:bodyPr>
          <a:lstStyle>
            <a:lvl1pPr>
              <a:defRPr sz="10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u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80316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Bottom Tex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03274" y="706098"/>
            <a:ext cx="6630571" cy="5315169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3321B58C-7136-8D86-1F64-3905E9EF3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D5A1345-33EA-ADC9-9E7F-94C64355C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D7C506-5A46-B419-B7A7-332131EEC3C3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A6B23D3-D072-F3F3-1887-5725D7C373B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70A59D6-39ED-E920-C27E-606DE698D9F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481B71-9EF2-AFFE-9BEF-3571D47E088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2302" y="4057959"/>
            <a:ext cx="3899382" cy="1905096"/>
          </a:xfrm>
        </p:spPr>
        <p:txBody>
          <a:bodyPr anchor="b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u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25855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Top 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03274" y="706098"/>
            <a:ext cx="6648233" cy="5445804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4269CB-7C1F-CB12-431E-38CDCB8C109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52302" y="1652896"/>
            <a:ext cx="3243262" cy="2225096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+mj-lt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E05CBB-0C27-7AAA-F26E-2251FEF47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990D8D5-1A48-E72E-812E-4E5F4DC98E22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522C01-BA2D-BBB7-6151-30332C82B24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8C3707-2FC2-DFF7-B1EA-E0264D78B185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</p:spTree>
    <p:extLst>
      <p:ext uri="{BB962C8B-B14F-4D97-AF65-F5344CB8AC3E}">
        <p14:creationId xmlns:p14="http://schemas.microsoft.com/office/powerpoint/2010/main" val="157769274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Top Tex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03274" y="706098"/>
            <a:ext cx="6630569" cy="5445804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510910A-D18D-9650-CCBE-9067C6208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E6B0B6B3-395A-8BD1-5B0D-4EF2925B02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47E0BF-3719-9EF1-3402-6D5A4523F97B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14D0F3B-006A-AD50-6F42-69B22D2C41B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DB81E48-3B2A-0017-A33A-679DF541BD6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5B03D29-9850-E684-2529-FB1062A06BD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53092" y="1652896"/>
            <a:ext cx="3243261" cy="2225096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Font typeface="+mj-lt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544057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Top Tex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642498" y="1242646"/>
            <a:ext cx="3294621" cy="4909256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E702B9DA-68B7-5BB0-E3A4-3B025CB41A1F}"/>
              </a:ext>
            </a:extLst>
          </p:cNvPr>
          <p:cNvSpPr/>
          <p:nvPr userDrawn="1"/>
        </p:nvSpPr>
        <p:spPr>
          <a:xfrm flipV="1">
            <a:off x="8160629" y="458992"/>
            <a:ext cx="0" cy="5692909"/>
          </a:xfrm>
          <a:prstGeom prst="line">
            <a:avLst/>
          </a:prstGeom>
          <a:ln w="25400">
            <a:solidFill>
              <a:srgbClr val="000000">
                <a:alpha val="25000"/>
              </a:srgbClr>
            </a:solidFill>
            <a:custDash>
              <a:ds d="600000" sp="600000"/>
            </a:custDash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5E5E5E"/>
                </a:solidFill>
              </a:defRPr>
            </a:pPr>
            <a:endParaRPr sz="1200"/>
          </a:p>
        </p:txBody>
      </p:sp>
      <p:sp>
        <p:nvSpPr>
          <p:cNvPr id="6" name="Chart Placeholder 14">
            <a:extLst>
              <a:ext uri="{FF2B5EF4-FFF2-40B4-BE49-F238E27FC236}">
                <a16:creationId xmlns:a16="http://schemas.microsoft.com/office/drawing/2014/main" id="{762D7FAB-1FDD-3330-AAB5-FA70A1B9930E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381413" y="1242646"/>
            <a:ext cx="3294621" cy="4909256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9734B1-F9C6-2DBD-B12D-174F9CAF8BC7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42498" y="458993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3D9449-5C1A-5A5B-8978-B822C88519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381413" y="458993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91291B-54B2-0CDD-E921-A0397C8D0C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834E9E2-4FF6-9B6F-C988-C482FD50EA7A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366D85B-B91E-3948-0A67-BFA2D97C8E39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CF26FCC-4B24-E4FC-2180-DF80842EEC4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0BE2C8-241F-D0AE-4FD3-59B387DAE34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52302" y="1652896"/>
            <a:ext cx="3035768" cy="2225096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+mj-lt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32957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Top Tex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A12CC8DE-D2DA-FACF-4E18-575350E7BC7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632770" y="1242646"/>
            <a:ext cx="3294621" cy="4909256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E702B9DA-68B7-5BB0-E3A4-3B025CB41A1F}"/>
              </a:ext>
            </a:extLst>
          </p:cNvPr>
          <p:cNvSpPr/>
          <p:nvPr userDrawn="1"/>
        </p:nvSpPr>
        <p:spPr>
          <a:xfrm flipV="1">
            <a:off x="8150901" y="458992"/>
            <a:ext cx="0" cy="5692909"/>
          </a:xfrm>
          <a:prstGeom prst="line">
            <a:avLst/>
          </a:prstGeom>
          <a:ln w="25400">
            <a:solidFill>
              <a:schemeClr val="bg1">
                <a:alpha val="25000"/>
              </a:schemeClr>
            </a:solidFill>
            <a:custDash>
              <a:ds d="600000" sp="600000"/>
            </a:custDash>
            <a:miter lim="400000"/>
          </a:ln>
        </p:spPr>
        <p:txBody>
          <a:bodyPr lIns="25400" tIns="25400" rIns="25400" bIns="25400" anchor="ctr"/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endParaRPr sz="1200">
              <a:solidFill>
                <a:srgbClr val="5E5E5E"/>
              </a:solidFill>
            </a:endParaRPr>
          </a:p>
        </p:txBody>
      </p:sp>
      <p:sp>
        <p:nvSpPr>
          <p:cNvPr id="6" name="Chart Placeholder 14">
            <a:extLst>
              <a:ext uri="{FF2B5EF4-FFF2-40B4-BE49-F238E27FC236}">
                <a16:creationId xmlns:a16="http://schemas.microsoft.com/office/drawing/2014/main" id="{762D7FAB-1FDD-3330-AAB5-FA70A1B9930E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371685" y="1242646"/>
            <a:ext cx="3294621" cy="4909256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9734B1-F9C6-2DBD-B12D-174F9CAF8BC7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32770" y="458993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3D9449-5C1A-5A5B-8978-B822C88519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371685" y="458993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6F0B28D4-F67C-9B4D-9440-13383E8F7B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A22C1711-FE34-8AF8-62A0-AD94697A1E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0048BE6-9B5C-5D5B-C57E-9E305B636F7A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B677DE6-535D-4DDB-F37D-1DDC835353F5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DE86D7C-67F9-CBE0-738E-287AA913C1C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2EA4F5A-5957-4EDC-B4EE-B2F62FEA918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53093" y="1652896"/>
            <a:ext cx="3035768" cy="2225096"/>
          </a:xfr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L="0" indent="0">
              <a:buFont typeface="+mj-lt"/>
              <a:buNone/>
              <a:defRPr kumimoji="0" lang="en-US" sz="17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</a:t>
            </a:r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endParaRPr lang="en-US" dirty="0"/>
          </a:p>
          <a:p>
            <a:pPr marL="228600" marR="0" lvl="0" indent="-2286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402432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hart Placeholder 14">
            <a:extLst>
              <a:ext uri="{FF2B5EF4-FFF2-40B4-BE49-F238E27FC236}">
                <a16:creationId xmlns:a16="http://schemas.microsoft.com/office/drawing/2014/main" id="{1D8EF1CD-065C-1132-F7C5-F015D247B61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2302" y="2099762"/>
            <a:ext cx="5079013" cy="4057844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Chart Placeholder 14">
            <a:extLst>
              <a:ext uri="{FF2B5EF4-FFF2-40B4-BE49-F238E27FC236}">
                <a16:creationId xmlns:a16="http://schemas.microsoft.com/office/drawing/2014/main" id="{AE09185D-218E-87FF-146F-380477BA5AE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560686" y="2099762"/>
            <a:ext cx="5090823" cy="4057842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E378B82-E52D-5B1E-9D5B-9ED391E3180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52302" y="1409344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37E574D7-7450-33B0-005E-F85EAA07DFC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560686" y="1409344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3DAA1-D140-3B4F-CD9D-CBADD5AF09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02" y="6322785"/>
            <a:ext cx="1917339" cy="28376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FC2F5D-22BC-5057-59CD-4C18B2DF8F67}"/>
              </a:ext>
            </a:extLst>
          </p:cNvPr>
          <p:cNvSpPr txBox="1">
            <a:spLocks/>
          </p:cNvSpPr>
          <p:nvPr userDrawn="1"/>
        </p:nvSpPr>
        <p:spPr>
          <a:xfrm>
            <a:off x="11195864" y="6322384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879DBA-9AF6-429F-7FB8-68E0B82F7091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91D2FB-4D99-4C06-805A-E2E46921D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17863041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hart Placeholder 14">
            <a:extLst>
              <a:ext uri="{FF2B5EF4-FFF2-40B4-BE49-F238E27FC236}">
                <a16:creationId xmlns:a16="http://schemas.microsoft.com/office/drawing/2014/main" id="{1D8EF1CD-065C-1132-F7C5-F015D247B61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3094" y="2099762"/>
            <a:ext cx="5045220" cy="4048119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Chart Placeholder 14">
            <a:extLst>
              <a:ext uri="{FF2B5EF4-FFF2-40B4-BE49-F238E27FC236}">
                <a16:creationId xmlns:a16="http://schemas.microsoft.com/office/drawing/2014/main" id="{AE09185D-218E-87FF-146F-380477BA5AE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560686" y="2099762"/>
            <a:ext cx="5078221" cy="4048119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E378B82-E52D-5B1E-9D5B-9ED391E3180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53094" y="1409344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37E574D7-7450-33B0-005E-F85EAA07DFC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560686" y="1409344"/>
            <a:ext cx="3294621" cy="29399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>
              <a:buNone/>
              <a:defRPr kumimoji="0" lang="en-US" sz="11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Lorem Ipsum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3DE38340-1D84-5C5D-B6BA-41A4BBBA1B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25C3F6A6-3E9A-D58E-5503-AE0BEA4D7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3" y="6322785"/>
            <a:ext cx="1917339" cy="28376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021E56-C35E-36C8-6221-8D536DE08579}"/>
              </a:ext>
            </a:extLst>
          </p:cNvPr>
          <p:cNvSpPr txBox="1">
            <a:spLocks/>
          </p:cNvSpPr>
          <p:nvPr userDrawn="1"/>
        </p:nvSpPr>
        <p:spPr>
          <a:xfrm>
            <a:off x="11183262" y="6329135"/>
            <a:ext cx="4556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16FE05-A49A-43A6-ACF4-C9C9138FA28F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5FDE00B-60E0-21CC-8134-B4B4C2EFB44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7286015" y="6419640"/>
            <a:ext cx="4000857" cy="186911"/>
          </a:xfr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marL="0" indent="0" algn="r">
              <a:buNone/>
              <a:defRPr kumimoji="0" lang="en-US" sz="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ea typeface="Helvetica Neue Medium"/>
                <a:cs typeface="Helvetica Neue Medium"/>
                <a:sym typeface="Helvetica Neue"/>
              </a:defRPr>
            </a:lvl1pPr>
          </a:lstStyle>
          <a:p>
            <a:pPr marL="114300" marR="0" lvl="0" indent="-114300" defTabSz="412750" fontAlgn="auto" hangingPunct="0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This is the data source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CA79475-EBC4-0EC5-1705-7BE434A885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51" y="400764"/>
            <a:ext cx="3243262" cy="8366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4961301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48.xml"/><Relationship Id="rId30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53.xml"/><Relationship Id="rId35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55.xml"/><Relationship Id="rId37" Type="http://schemas.openxmlformats.org/officeDocument/2006/relationships/slideLayout" Target="../slideLayouts/slideLayout56.xml"/><Relationship Id="rId38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58.xml"/><Relationship Id="rId40" Type="http://schemas.openxmlformats.org/officeDocument/2006/relationships/slideLayout" Target="../slideLayouts/slideLayout59.xml"/><Relationship Id="rId41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1.xml"/><Relationship Id="rId4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1.xml"/><Relationship Id="rId29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4.xml"/><Relationship Id="rId42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6.xml"/><Relationship Id="rId44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8.xml"/><Relationship Id="rId46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10.xml"/><Relationship Id="rId48" Type="http://schemas.openxmlformats.org/officeDocument/2006/relationships/slideLayout" Target="../slideLayouts/slideLayout111.xml"/><Relationship Id="rId4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3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28E6F-37BB-F586-1A20-1CBA4AFA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0706-11F4-F49E-70FD-1B490AE0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17DBD-833F-C2D0-9F63-02799C7BA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0BA5E-0070-4382-815A-E7FBD978225B}" type="datetime1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25325-CDF0-15D8-49B8-DA232D3A5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42E-9AE3-F6C2-FA3B-937E8422B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116FE05-A49A-43A6-ACF4-C9C9138FA28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81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5" r:id="rId3"/>
    <p:sldLayoutId id="2147483658" r:id="rId4"/>
    <p:sldLayoutId id="2147483994" r:id="rId5"/>
    <p:sldLayoutId id="2147483650" r:id="rId6"/>
    <p:sldLayoutId id="2147483651" r:id="rId7"/>
    <p:sldLayoutId id="2147483649" r:id="rId8"/>
    <p:sldLayoutId id="2147483652" r:id="rId9"/>
    <p:sldLayoutId id="2147483653" r:id="rId10"/>
    <p:sldLayoutId id="2147483654" r:id="rId11"/>
    <p:sldLayoutId id="2147484033" r:id="rId12"/>
    <p:sldLayoutId id="2147484034" r:id="rId13"/>
    <p:sldLayoutId id="2147484035" r:id="rId14"/>
    <p:sldLayoutId id="2147484036" r:id="rId15"/>
    <p:sldLayoutId id="2147484037" r:id="rId16"/>
    <p:sldLayoutId id="2147483995" r:id="rId17"/>
    <p:sldLayoutId id="2147483801" r:id="rId18"/>
    <p:sldLayoutId id="214748380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84513-BD59-78B0-4E46-EB46C24C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10510-0B75-6C89-0AAE-20AE0493F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90147-5C43-A421-B792-0940C7548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EA9E6-9AFB-4E76-9D35-3836B1312CD4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B5CEA-7DF9-F7B1-9266-B983B78B3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A403-DDE8-3C9A-DF53-CBCB0889E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E9FCCDC-EB07-46E7-919E-57B5EE4D92E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63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17" r:id="rId3"/>
    <p:sldLayoutId id="2147484020" r:id="rId4"/>
    <p:sldLayoutId id="2147484018" r:id="rId5"/>
    <p:sldLayoutId id="2147484005" r:id="rId6"/>
    <p:sldLayoutId id="2147483999" r:id="rId7"/>
    <p:sldLayoutId id="2147484003" r:id="rId8"/>
    <p:sldLayoutId id="2147484010" r:id="rId9"/>
    <p:sldLayoutId id="2147484019" r:id="rId10"/>
    <p:sldLayoutId id="2147484012" r:id="rId11"/>
    <p:sldLayoutId id="2147484013" r:id="rId12"/>
    <p:sldLayoutId id="2147484014" r:id="rId13"/>
    <p:sldLayoutId id="2147484015" r:id="rId14"/>
    <p:sldLayoutId id="2147484038" r:id="rId15"/>
    <p:sldLayoutId id="2147484039" r:id="rId16"/>
    <p:sldLayoutId id="2147484068" r:id="rId17"/>
    <p:sldLayoutId id="2147484069" r:id="rId18"/>
    <p:sldLayoutId id="2147484070" r:id="rId19"/>
    <p:sldLayoutId id="2147484071" r:id="rId20"/>
    <p:sldLayoutId id="2147484072" r:id="rId21"/>
    <p:sldLayoutId id="2147484073" r:id="rId22"/>
    <p:sldLayoutId id="2147484074" r:id="rId23"/>
    <p:sldLayoutId id="2147484075" r:id="rId24"/>
    <p:sldLayoutId id="2147484076" r:id="rId25"/>
    <p:sldLayoutId id="2147484077" r:id="rId26"/>
    <p:sldLayoutId id="2147484078" r:id="rId27"/>
    <p:sldLayoutId id="2147484079" r:id="rId28"/>
    <p:sldLayoutId id="2147484040" r:id="rId29"/>
    <p:sldLayoutId id="2147484041" r:id="rId30"/>
    <p:sldLayoutId id="2147484060" r:id="rId31"/>
    <p:sldLayoutId id="2147484061" r:id="rId32"/>
    <p:sldLayoutId id="2147484066" r:id="rId33"/>
    <p:sldLayoutId id="2147484067" r:id="rId34"/>
    <p:sldLayoutId id="2147484084" r:id="rId35"/>
    <p:sldLayoutId id="2147484085" r:id="rId36"/>
    <p:sldLayoutId id="2147484080" r:id="rId37"/>
    <p:sldLayoutId id="2147484081" r:id="rId38"/>
    <p:sldLayoutId id="2147484064" r:id="rId39"/>
    <p:sldLayoutId id="2147484065" r:id="rId40"/>
    <p:sldLayoutId id="2147484009" r:id="rId41"/>
    <p:sldLayoutId id="2147484086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30695-CFED-F297-77DB-DB2A05EA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9EB95-7427-5C8A-4F74-F12BB49F7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3B56E-8A2E-FF8A-F8FF-4A949DE7FF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F7456-032C-4916-B222-80E86C3C7EB0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18475-86A2-B15C-6EDA-B71EB6CAD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4329-7AFF-F77D-FF0E-DB33DFFD5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DD74D-364E-43B1-95B1-0DE187666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73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55DD8-399F-24B7-3F3F-36C7D7F9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A12A5-F2B2-7D7F-55FC-AB614EBFD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1B9D-3B47-E78F-3993-0D621DA8E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0B24A-4D55-4F59-AE62-3FBF192579FF}" type="datetime1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8CD6F-D1AA-DCB7-4C8A-4A769A7C6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1781B-3F50-A778-65A9-FCCB51EEC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D54110F-DB61-4FE5-A50D-A483B4AE8C1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448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7" r:id="rId4"/>
    <p:sldLayoutId id="2147483678" r:id="rId5"/>
    <p:sldLayoutId id="2147483680" r:id="rId6"/>
    <p:sldLayoutId id="2147483681" r:id="rId7"/>
    <p:sldLayoutId id="2147483683" r:id="rId8"/>
    <p:sldLayoutId id="2147483684" r:id="rId9"/>
    <p:sldLayoutId id="2147483686" r:id="rId10"/>
    <p:sldLayoutId id="2147483687" r:id="rId11"/>
    <p:sldLayoutId id="2147483689" r:id="rId12"/>
    <p:sldLayoutId id="2147483690" r:id="rId13"/>
    <p:sldLayoutId id="2147483692" r:id="rId14"/>
    <p:sldLayoutId id="2147483693" r:id="rId15"/>
    <p:sldLayoutId id="2147483695" r:id="rId16"/>
    <p:sldLayoutId id="2147483696" r:id="rId17"/>
    <p:sldLayoutId id="2147483698" r:id="rId18"/>
    <p:sldLayoutId id="2147483699" r:id="rId19"/>
    <p:sldLayoutId id="2147483701" r:id="rId20"/>
    <p:sldLayoutId id="2147483702" r:id="rId21"/>
    <p:sldLayoutId id="2147483704" r:id="rId22"/>
    <p:sldLayoutId id="2147483705" r:id="rId23"/>
    <p:sldLayoutId id="2147483707" r:id="rId24"/>
    <p:sldLayoutId id="2147483708" r:id="rId25"/>
    <p:sldLayoutId id="2147483710" r:id="rId26"/>
    <p:sldLayoutId id="2147483711" r:id="rId27"/>
    <p:sldLayoutId id="2147483713" r:id="rId28"/>
    <p:sldLayoutId id="2147483714" r:id="rId29"/>
    <p:sldLayoutId id="2147483716" r:id="rId30"/>
    <p:sldLayoutId id="2147483717" r:id="rId31"/>
    <p:sldLayoutId id="2147483719" r:id="rId32"/>
    <p:sldLayoutId id="2147483720" r:id="rId33"/>
    <p:sldLayoutId id="2147483722" r:id="rId34"/>
    <p:sldLayoutId id="2147483723" r:id="rId35"/>
    <p:sldLayoutId id="2147483725" r:id="rId36"/>
    <p:sldLayoutId id="2147483726" r:id="rId37"/>
    <p:sldLayoutId id="2147483728" r:id="rId38"/>
    <p:sldLayoutId id="2147483732" r:id="rId39"/>
    <p:sldLayoutId id="2147483734" r:id="rId40"/>
    <p:sldLayoutId id="2147483738" r:id="rId41"/>
    <p:sldLayoutId id="2147483740" r:id="rId42"/>
    <p:sldLayoutId id="2147483741" r:id="rId43"/>
    <p:sldLayoutId id="2147483743" r:id="rId44"/>
    <p:sldLayoutId id="2147483744" r:id="rId45"/>
    <p:sldLayoutId id="2147483800" r:id="rId46"/>
    <p:sldLayoutId id="2147483747" r:id="rId47"/>
    <p:sldLayoutId id="2147483749" r:id="rId4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A3D13-ED06-B37C-5783-DC024C41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5E0F-59B5-FBA5-24DA-A6859E52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CC71-30FC-D73C-0977-098E71B11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BE00C-8AC3-4D48-A88F-7F10C2AC4FDA}" type="datetime1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DB4E3-7A6C-5DB1-B488-9CAC6DB6C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E9AF5-9AF8-9690-B111-491B996C7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18F1BAD-87E3-457D-9457-FC7A31863B2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61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83" r:id="rId3"/>
    <p:sldLayoutId id="2147483784" r:id="rId4"/>
    <p:sldLayoutId id="2147483786" r:id="rId5"/>
    <p:sldLayoutId id="2147483787" r:id="rId6"/>
    <p:sldLayoutId id="2147483789" r:id="rId7"/>
    <p:sldLayoutId id="2147483790" r:id="rId8"/>
    <p:sldLayoutId id="2147483792" r:id="rId9"/>
    <p:sldLayoutId id="2147483793" r:id="rId10"/>
    <p:sldLayoutId id="2147483795" r:id="rId11"/>
    <p:sldLayoutId id="214748379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chart" Target="../charts/char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chart" Target="../charts/char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chart" Target="../charts/char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chart" Target="../charts/char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8.xml"/><Relationship Id="rId2" Type="http://schemas.microsoft.com/office/2014/relationships/chartEx" Target="../charts/chartEx1.xml"/><Relationship Id="rId3" Type="http://schemas.openxmlformats.org/officeDocument/2006/relationships/image" Target="../media/image6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microsoft.com/office/2014/relationships/chartEx" Target="../charts/chartEx2.xml"/><Relationship Id="rId3" Type="http://schemas.openxmlformats.org/officeDocument/2006/relationships/image" Target="../media/image6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microsoft.com/office/2014/relationships/chartEx" Target="../charts/chartEx3.xml"/><Relationship Id="rId3" Type="http://schemas.openxmlformats.org/officeDocument/2006/relationships/image" Target="../media/image65.png"/><Relationship Id="rId4" Type="http://schemas.microsoft.com/office/2014/relationships/chartEx" Target="../charts/chartEx4.xml"/><Relationship Id="rId5" Type="http://schemas.openxmlformats.org/officeDocument/2006/relationships/image" Target="../media/image6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chart" Target="../charts/chart7.xml"/><Relationship Id="rId3" Type="http://schemas.microsoft.com/office/2014/relationships/chartEx" Target="../charts/chartEx5.xml"/><Relationship Id="rId4" Type="http://schemas.openxmlformats.org/officeDocument/2006/relationships/image" Target="../media/image6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62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1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95615E-B5DD-2893-5A58-4D44D8287E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49DAE-2168-12F3-46D6-53F8798744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71CC5-FAE3-A2CD-586B-D8BFEA9243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6EFA2-829A-A3EF-F7CB-C3650BCAB4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731ED6-D5ED-72F7-834E-DA87F03518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51A6FF-001D-C572-8541-46D7347613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E2E453-80D9-54BA-BAB1-FDAF46CD3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C66C49-D6D9-C291-77D8-9721F62905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B049B13-18F4-5A5E-D099-22C157F8EE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A5A463-AA9A-7939-887A-5EDF5D90B6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7E6A62-ABCB-ADAF-A2CA-0F731FAFAB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423A91-CBAE-1B94-236C-378D45E3C4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116FE05-A49A-43A6-ACF4-C9C9138FA28F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73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C436-A262-D481-AB2E-669314C0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28F5E6-193C-2485-3BF7-9F3C959D8BD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116FE05-A49A-43A6-ACF4-C9C9138FA28F}" type="slidenum">
              <a:rPr lang="en-AU" smtClean="0">
                <a:latin typeface="Aptos" panose="020B0004020202020204" pitchFamily="34" charset="0"/>
              </a:rPr>
              <a:pPr/>
              <a:t>4</a:t>
            </a:fld>
            <a:endParaRPr lang="en-AU"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D5B0B-1001-7E92-3536-63BA69DDA0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FEBFA-EBBF-704E-304A-29CC61B83B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1F7CC1-2244-0ED8-261B-F20F96ED0F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1962FD-65EC-B2F2-0824-DD5EFEE11D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EA2706-2286-31AC-AE9A-CF7DBF9A7AA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89C5C-DF36-A167-A81D-965D0034781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84539A-6250-EE4F-8256-4C3BC5F8529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lnSpcReduction="10000"/>
          </a:bodyPr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F2DFAA-621E-6660-C8D4-57FFB0F7AA9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DE823A0-F62E-AAB8-E03C-8D3AA840044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83939B1-F990-D0D9-6BAB-5053BFF34A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451508-ABFF-238A-BF04-313768C2A4F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EDB0186-7BEB-2204-3691-021773A30BA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4C79F6-F5AD-6D53-78C6-33FF6804C4C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590737-297F-C8BC-D4F4-4C1FF46637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20F32AB-A7AF-C7FC-3853-E5D280825CE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E21C7E-1AE8-E892-E5C3-36828F3A977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21D9BD2-DCCA-98E8-507D-2289A6EA5CD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5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0D60-7B50-4445-2854-F1703061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05A03-DB03-F76A-739C-D4C28F5340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ECE6C-9390-E7DA-4266-C4B6F36AE6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1F4560-FBB4-6873-AC20-B7FF24C070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5C35FE8-CFF4-A8DB-AF97-6928E9415F8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E6AF802-17E7-35F9-9F61-F5E045C6A0B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55DA0A5-9C1F-2371-F8BE-2D84808170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0C8285-C1F0-E604-E3CF-04106E7CE8A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328B99C-1A60-8833-6716-02E39D96B0F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2CC933F-C437-5228-78F7-1D112BFCDED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77D7210-45D7-56FA-FEDE-68894C8019F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BDE1FA-3C2A-982E-148F-BB46A41BC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23743C-0BF4-F6CA-90B4-534147D982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DF359FE-A2E0-8AC3-9E7A-A6CE98EE81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5EEBD98-FD3A-F2CD-23AC-9AE8060A43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4CC279-48AB-C5CF-7DDD-AADFE5DEA3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E914BC-46EA-96E5-1116-5F0982B7626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71DBAF7-344C-DD47-3A31-CC04C405157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7BF9C8B-F4CE-4BE8-0852-737F10ED51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FD7CE6E-6666-19AE-2AB7-98C448CC671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FFB8D8A-10A9-A908-4EB4-86A24EE189C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37E87F2-2C0D-E82F-163C-BEA03B3256C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93282C1-EC5A-2CFC-638B-9B322CCF5A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D6C4389-2CA8-262B-079C-20DC2F0B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FAE6543-7BA2-6021-929F-4AF1D96928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385858D-4EA0-3D98-3E0C-7A5B4F68EB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BDCCFE4-A348-D1FB-E7BC-51F726E63B8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7A2CF8F-8A9C-B0D0-94AC-42C6F345302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02C2C0A-CFFF-A6B4-7D2D-EFB1A260725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0FE87E-15CC-5218-14D6-C645272807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BE18B8AF-235D-A3FA-36B7-9326296EB8F1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9116FE05-A49A-43A6-ACF4-C9C9138FA28F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29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9AF27D-73F3-0616-6B4B-14C7A107C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B9921-4607-CF4A-C811-E112EA9156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48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2A354E-9C39-6F9B-79A7-A8D8180E8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4D8B8-FA0F-74E9-34BE-3A622A534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2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1D718E-10B5-9A9D-07D1-03DCEE0370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dirty="0">
              <a:latin typeface="Aptos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76A76-3C9B-9D47-27BA-D029AA9927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35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C20EEE-EB31-E0B2-13B2-6D7C1E346D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983D-7818-D83A-310A-27A00823B5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8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89F73D-453C-7A81-D697-C5DE5A7BE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C46F4-E0D1-BC35-A1E4-2256947B7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DB1A22-CEDB-9081-0FCB-8431C9C22E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826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F5F16D6-0CE8-F928-E7E9-CFA5085EFC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04511-D6A1-A814-F716-9E1F1FB39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66F2A-C980-B3A7-F753-7F9F37FB97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07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431F42-825A-B8A7-F421-501351E1A5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21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C45E9F5-1799-D3FA-0E8B-6E16B021403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7" r="15647"/>
          <a:stretch>
            <a:fillRect/>
          </a:stretch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03146F-DDE8-5E70-28A5-D24E5E4AD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Brad</a:t>
            </a:r>
          </a:p>
        </p:txBody>
      </p:sp>
    </p:spTree>
    <p:extLst>
      <p:ext uri="{BB962C8B-B14F-4D97-AF65-F5344CB8AC3E}">
        <p14:creationId xmlns:p14="http://schemas.microsoft.com/office/powerpoint/2010/main" val="167778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5FDD1C-291E-01AD-7A5E-ECFA6CFD2E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7FE89-1A06-93DB-68AF-99EB8E669E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82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1AE4AA-33AB-7224-CD71-AFB2F4D460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6772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69C106-DCA6-F1E6-401B-961975274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070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5AEE35-CA01-CE68-0E60-92B1BA179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140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67E48-9A03-667B-EAA4-8EC47D7D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CA78F3-5CC7-C774-B3F7-482C9B2979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3763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5C4B98-3212-B88D-B681-C11B82ABEC3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8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692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B8C4C6-DA42-8A29-82AD-3964840093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1614-0C8A-80B3-72BC-5503D304ED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8313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01DA2A-7DD2-9AC9-8A8B-EF2A4C00D0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312E9-6A96-9FF4-A992-6D3557A8F16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689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B0BE28-AB20-8715-55F2-4F31F6BEA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4F018-6CD1-70ED-8782-76C1B255BB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631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D48352-DE21-FD30-9611-F0AAEF30FB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00C7B-A594-2C01-C958-5A8124855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2182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64179FD-DF9C-2B4F-7FF1-0BDE9BE2DC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E6C4F-7E63-9AD7-983E-E20542DF34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D9EDFAE-42ED-BB08-20E1-6F215EDB4C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D97D2BC-F242-0971-F3ED-147034C645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FA9DA2E-0B16-7382-7FAD-562F958493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E807E3-7ECC-4B01-6C05-5B78440B4F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68E480-0504-9681-359C-677B9F121A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A93DF6-9853-9FA1-D891-6DAF91D0F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 dirty="0">
              <a:latin typeface="Merriweather 120pt SemiCondense" pitchFamily="2" charset="0"/>
              <a:ea typeface="Merriweather 120pt SemiCondense" pitchFamily="2" charset="0"/>
              <a:cs typeface="Merriweather 120pt SemiCondense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FC40A0-7444-C55E-0663-3981FB0C3F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75F7F64-8DA9-32E0-D766-DE8C15611A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040A99-747F-80CB-ADA8-ECBF036518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592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9219-A760-DF24-8F52-314A8B71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C431-DAB9-0015-8134-DA60F92542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802C0-2A35-FAF1-2366-7B667D2189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A4A4A-0F42-0921-4B38-3537EFDC3A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752ED2-7289-28A1-F9C8-4A3D06D17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4D738B-EF9A-679B-246E-32A89C27A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40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8277EB-50DB-D1CC-C018-7094900EBC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883B-5ECE-56B1-2C6B-3460F27C892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007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B84640-93CF-56A1-70DF-DF0688B1F2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5783-2936-7935-CEC6-1B60234C678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710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21DCDA-760B-0201-0161-D9A4822805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B9761-CE99-D6F6-7134-34F67A7A845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4015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7D8D-9636-2AF9-9FAE-47A389F1E7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78">
            <a:extLst>
              <a:ext uri="{FF2B5EF4-FFF2-40B4-BE49-F238E27FC236}">
                <a16:creationId xmlns:a16="http://schemas.microsoft.com/office/drawing/2014/main" id="{AF200165-483E-F4F7-EB7A-1B5BBDA300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093" y="2207417"/>
            <a:ext cx="4330700" cy="24431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  <a:latin typeface="+mj-lt"/>
              </a:defRPr>
            </a:lvl2pPr>
            <a:lvl3pPr>
              <a:defRPr sz="3600">
                <a:solidFill>
                  <a:schemeClr val="bg1"/>
                </a:solidFill>
                <a:latin typeface="+mj-lt"/>
              </a:defRPr>
            </a:lvl3pPr>
            <a:lvl4pPr>
              <a:defRPr sz="3600">
                <a:solidFill>
                  <a:schemeClr val="bg1"/>
                </a:solidFill>
                <a:latin typeface="+mj-lt"/>
              </a:defRPr>
            </a:lvl4pPr>
            <a:lvl5pPr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Big agencies aren’t built for today’s speed, complexity, </a:t>
            </a:r>
            <a:br>
              <a:rPr lang="en-US" dirty="0"/>
            </a:br>
            <a:r>
              <a:rPr lang="en-US" dirty="0"/>
              <a:t>or accountability. </a:t>
            </a:r>
          </a:p>
        </p:txBody>
      </p:sp>
    </p:spTree>
    <p:extLst>
      <p:ext uri="{BB962C8B-B14F-4D97-AF65-F5344CB8AC3E}">
        <p14:creationId xmlns:p14="http://schemas.microsoft.com/office/powerpoint/2010/main" val="342397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BF5B4E-DE2F-8CF9-859F-64FFBFFDBB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35BA4-F115-B673-460C-18DEDA31866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176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6EA946-00C7-B6A9-99DF-9ABC745EA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0C71C-9922-4966-D122-60EAFC9BB36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8919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ADCC-40C0-20A0-DB07-68456DA3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E4C56-C765-1FD8-D9A2-2C2FCEC75C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88404-B409-2E67-BA76-CDC15DA1FB4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8242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636F-D1B1-3075-8E29-997CF476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63757-65CD-57AD-DA15-C6ED4301A11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E9C0D-27C4-3195-DD00-E56CB988F7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027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EFA8-AFD9-53E6-2406-082BD035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75A1C-05F9-6F46-B6B1-68E5EE4F67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AD789-EED9-CDE3-B988-5DBA6D2CEC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6F644-D862-B4D2-0C13-D9E2FF2818F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155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7FA5-6B7E-1C33-3D16-B6E78967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C30C-7905-D4C0-A004-B29E77AC4A3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C6E9A-ECB1-D195-7C99-4B8B137183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060F6-AE6C-F343-F121-47F19DF7E0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540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24D3-06BE-A6D8-151E-864E587E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79539-8DCD-76EF-F49E-A42E8385869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8F777-65A9-7D2C-6996-DDC54AD1F59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6FA69-4BA7-59CB-A33A-970F2416981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004633-A094-1D03-4627-C4F58D677D5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288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168A-F18A-E770-DCDE-D30B88C2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FA8CC-564E-0EE9-F4CE-83CB0050C7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FFA45-CDA8-E359-5634-E1B8DC73387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13A5-399A-D11A-FB99-E89B0C4E0F9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37662C-8979-52BD-4F2B-6D8F75E2278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56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F906-791B-A653-29FA-97B92B78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34575-A662-12FF-6655-D01D97E4BB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A06D5-1ABA-BD7D-7A39-89D211C0616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AE47AF0-F709-DCBF-0308-1C9F6E0834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00A3B6-F53D-CB97-E75C-66AA7D0E20F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6330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F105-631B-E1DA-F435-D1A895D2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86420-937F-617C-01CA-CAB701A757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D50B0-7469-FC08-D5E5-DD39CA9E45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8D0A07C-AF2B-E61C-D61F-BCA39094D38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FBE5B97-27E2-43C4-5C29-43493799D7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5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844B-E9B3-094C-3B97-7DF3BD45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F3410-6597-C2D3-DAE2-2CB52BA0DDA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DA99A-232A-547E-4D1F-972EB536DF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D4441-B47A-3A9F-DFC0-127062CF0A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7FC823C-B3CD-CBB9-7080-90052E554A8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018286-A909-F06C-4809-A6665AEA1F0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9B19B9B-3CEC-4E71-574C-F657BF968D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734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41E9-807D-C5D8-D983-E1A35BCA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46170-F6AD-CD13-5C0C-1AD88B9F68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53C4F-56A5-266F-0015-E2FF07E291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88445-1843-F06C-8060-3D6C2EE774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61B41CF-5599-C346-4183-EB7BDCF5761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9B1709-1674-C2A0-8644-476718E208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52B887B-3FD2-0209-F301-5ABA8CC2362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83266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7A30-7266-C83C-C86C-45120A94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5068F-C566-C21B-C018-479E0D05E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9973F-6BD3-EB65-4698-107546D6A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5A5A7-2E19-0713-B93E-518CF0400C3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1FA9D3-4821-49E9-1447-4FE1BBA567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2D6996D-92EC-85E6-6E71-697EEFEB94D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FE1E047-411B-A332-993D-19FF79D61D7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B857A15-2F88-E599-3DDA-FB7F834E32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4FEC512-053E-21BB-391A-664F5D49D6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255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5190-EF7D-DFEA-B8FD-9962C426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2D936-0E41-A391-11D9-99F72C8C1C8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4A7F6-307E-F05D-9AFB-F2AE481A58B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D823F-45DD-2F3C-02A6-EDCBC8F2FDF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B2D207-A222-BC34-67D1-E2A6349E02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A970A25-09DD-AE6C-73DF-FB3BC4291C8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634EAD-7491-7375-D4A7-24B42FED465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AAD443E-BA2D-3D88-3DBA-83B0D8996EA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BFE925C-8A11-1CF7-8B0F-D81789AD313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41244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56F4A-4A25-A3C0-A9D6-BDDE1AD4557D}"/>
              </a:ext>
            </a:extLst>
          </p:cNvPr>
          <p:cNvSpPr>
            <a:spLocks noGrp="1"/>
          </p:cNvSpPr>
          <p:nvPr>
            <p:ph type="body" sz="half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F391A-ECEC-BD44-9207-47501F45E9EF}"/>
              </a:ext>
            </a:extLst>
          </p:cNvPr>
          <p:cNvSpPr>
            <a:spLocks noGrp="1"/>
          </p:cNvSpPr>
          <p:nvPr>
            <p:ph type="body" sz="half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0DAE4-2914-3F92-8DA9-000B2ADE364F}"/>
              </a:ext>
            </a:extLst>
          </p:cNvPr>
          <p:cNvSpPr>
            <a:spLocks noGrp="1"/>
          </p:cNvSpPr>
          <p:nvPr>
            <p:ph type="body" sz="half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8E5BE-E793-2F04-A30E-5CEBFD9027F4}"/>
              </a:ext>
            </a:extLst>
          </p:cNvPr>
          <p:cNvSpPr>
            <a:spLocks noGrp="1"/>
          </p:cNvSpPr>
          <p:nvPr>
            <p:ph type="body" sz="half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CC68EA-79AB-1C61-E19D-CC81F07799E0}"/>
              </a:ext>
            </a:extLst>
          </p:cNvPr>
          <p:cNvSpPr>
            <a:spLocks noGrp="1"/>
          </p:cNvSpPr>
          <p:nvPr>
            <p:ph type="body" sz="half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E28518-D320-B30D-6E07-D7C9E53773FC}"/>
              </a:ext>
            </a:extLst>
          </p:cNvPr>
          <p:cNvSpPr>
            <a:spLocks noGrp="1"/>
          </p:cNvSpPr>
          <p:nvPr>
            <p:ph type="body" sz="half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62D152-4AB1-4CB5-82F0-FDCFD833FAD2}"/>
              </a:ext>
            </a:extLst>
          </p:cNvPr>
          <p:cNvSpPr>
            <a:spLocks noGrp="1"/>
          </p:cNvSpPr>
          <p:nvPr>
            <p:ph type="body" sz="half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84FD06-7F46-22A3-A993-231B2A25AFAE}"/>
              </a:ext>
            </a:extLst>
          </p:cNvPr>
          <p:cNvSpPr>
            <a:spLocks noGrp="1"/>
          </p:cNvSpPr>
          <p:nvPr>
            <p:ph type="body" sz="half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1D75912-BB6E-3D27-8FE0-00B6606CB09A}"/>
              </a:ext>
            </a:extLst>
          </p:cNvPr>
          <p:cNvSpPr>
            <a:spLocks noGrp="1"/>
          </p:cNvSpPr>
          <p:nvPr>
            <p:ph type="body" sz="half" idx="4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E234B5-8453-6A75-894D-E47FED04A34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982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1C7859-CC3D-302E-FC17-36531B497B17}"/>
              </a:ext>
            </a:extLst>
          </p:cNvPr>
          <p:cNvSpPr>
            <a:spLocks noGrp="1"/>
          </p:cNvSpPr>
          <p:nvPr>
            <p:ph type="body" sz="half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A4EC3-E4C6-BA22-EA57-E67BFD43AF55}"/>
              </a:ext>
            </a:extLst>
          </p:cNvPr>
          <p:cNvSpPr>
            <a:spLocks noGrp="1"/>
          </p:cNvSpPr>
          <p:nvPr>
            <p:ph type="body" sz="half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B40D-F048-D832-7BE6-4C581B1E4D42}"/>
              </a:ext>
            </a:extLst>
          </p:cNvPr>
          <p:cNvSpPr>
            <a:spLocks noGrp="1"/>
          </p:cNvSpPr>
          <p:nvPr>
            <p:ph type="body" sz="half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E367F1-FB04-4ABD-457B-189F4A6BE005}"/>
              </a:ext>
            </a:extLst>
          </p:cNvPr>
          <p:cNvSpPr>
            <a:spLocks noGrp="1"/>
          </p:cNvSpPr>
          <p:nvPr>
            <p:ph type="body" sz="half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B66883-48F7-828D-3676-0E79AFE0E0B0}"/>
              </a:ext>
            </a:extLst>
          </p:cNvPr>
          <p:cNvSpPr>
            <a:spLocks noGrp="1"/>
          </p:cNvSpPr>
          <p:nvPr>
            <p:ph type="body" sz="half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08A9AA-7F48-883E-A66A-8E5D29A4DB60}"/>
              </a:ext>
            </a:extLst>
          </p:cNvPr>
          <p:cNvSpPr>
            <a:spLocks noGrp="1"/>
          </p:cNvSpPr>
          <p:nvPr>
            <p:ph type="body" sz="half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6220DC-298F-22B8-5D95-F47A5BA57E70}"/>
              </a:ext>
            </a:extLst>
          </p:cNvPr>
          <p:cNvSpPr>
            <a:spLocks noGrp="1"/>
          </p:cNvSpPr>
          <p:nvPr>
            <p:ph type="body" sz="half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F2812E-BB7C-0FEF-982C-3A58C7BEAE5F}"/>
              </a:ext>
            </a:extLst>
          </p:cNvPr>
          <p:cNvSpPr>
            <a:spLocks noGrp="1"/>
          </p:cNvSpPr>
          <p:nvPr>
            <p:ph type="body" sz="half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C5A5AF8-34C3-78A4-1E10-61E08A073F88}"/>
              </a:ext>
            </a:extLst>
          </p:cNvPr>
          <p:cNvSpPr>
            <a:spLocks noGrp="1"/>
          </p:cNvSpPr>
          <p:nvPr>
            <p:ph type="body" sz="half" idx="4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6991AF-C95A-18C0-A1FB-E443E3AA1DD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7159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C0019-5F7F-9555-70E6-DCEEB0EC69F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CAF36-D518-9961-FD1F-EF0CA05D95E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E1ACA-8390-25A7-34BF-1D3A2898E6E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6E057A-C8A4-3717-BDB7-03C23D46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912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9333-D0C0-A90F-745A-4FFB036E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03" y="387776"/>
            <a:ext cx="5189603" cy="929357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3F6BD-7376-98EF-4EA9-22E9D4608C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1F286-5C97-D6DA-F9E8-3301076897E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2F580-07DB-AD87-EB47-065C7DFA5A3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8311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1C97-756E-BB9E-A563-81463247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723A3-1482-57BD-9BCD-BF8F10F6E00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F6BA4-1AD7-F077-1A43-18EF360D88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DD423-C5D1-8131-C4B3-07323D925D9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0A81C5-0149-ABA4-9333-DE59EB59E45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F0DA09-5EBD-AD4B-D71A-B0BC1F5E35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C53112-08F0-4C99-1D6D-22CDF11F9A9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8FFE490-8DED-6235-8E36-8052C4DC2F3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1968AB-4104-332B-48FA-BC38C1BE504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91CEFE-95DF-C262-552E-ED9C0EE5FBF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34625A-10C1-2B94-23FA-7B63A1D9CE7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25CA8A1-6907-5802-0F70-C7833C86001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54D6D8-42E7-8732-6DF0-B1B4E79801B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4586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9418-D0D1-EB5F-2ECE-B7767105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EA9D9-7C8B-2855-6AC5-433DCF92D6A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91CC2-2A53-0A16-136F-F7908120D5B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5E702-70C1-9018-7B7D-906F5C4280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76E48-B8A0-CA68-B108-12CFF3FEEE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7DF43D-2875-ED6C-AC2A-78F655791CC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A243B9-31AE-63F0-209D-7F832108B7C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C41538-C9DF-502A-2F83-D12275F79D6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77283E-9393-6E47-DE97-1687FB88709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8B16C-1EBE-216E-A49B-D4AF908CD7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45FBDB-4621-4543-A8F6-EED6BC3E3FA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F1B438A-3AEB-FD43-CB12-2C186B2F136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A470A2-38E8-9160-A985-1FA542288A6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4322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7520-9626-95B2-583E-3C8854348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E05FA-4E7F-C6B5-3FA3-5EE9D2C914F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20565-9781-4E79-5C39-677F54CFDA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04A8B-5022-0564-2139-A321EE6289F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647426-DEBD-9B5E-DBFD-D6651C60F5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4B35B1-9CDB-DBD4-0F42-B1552DF041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31559D-12DC-0031-E297-7F05150D64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598CA4-C362-28E5-4966-08BE09B0EAF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F7B5CE-7B7D-C109-9020-6DC8744AACD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EED0A5-2464-473C-0FFA-DB47DACACA9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B456DB-8B2E-FDF9-B62A-0EE3A682DA5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97E66F8-D969-72BD-F2B3-38A5DC83C7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6062AB-D406-997E-C35F-F9DABDF77D8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8A9003-018C-5CB5-3766-C6E4A9B9A2F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AE01029-7CB4-E57F-C7EE-2514AED593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EF4BCF-A545-3DDC-27F1-9E42009C4AF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A7740-650B-8342-1769-67557C013A6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5322F8C-3E53-3C13-8934-F6057D8F75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934657B-477B-6906-C6DD-6F7442C66DA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5465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B0DA-694A-894C-C54B-369652BB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FEFEE-C990-212F-7159-93ABA36248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B5E1E-D373-2FED-06DC-6AE980CE4D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76568-62C8-207B-2A0D-8D65111ECE5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58E2D-3F40-5F52-7B2A-6185C2DECC9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6ECD1F-642D-39B8-5EAB-15EBA6608F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161DCF-E10F-B667-F3B1-5ACC258AB4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97D1C1-0785-59F9-550F-7A8F2E30BD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295582-D36E-041D-CDCB-A38EA8E4300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9CD245-9666-4D11-C7B6-C0747E51ABA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417012-997C-DB08-C1F9-4B0AF103451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A4E9072-6177-6191-05F0-BB1E14C062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3F32C1-49A2-3DC3-2A36-F0CCBD07560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19D242-1384-1AE9-4148-F25EE92167B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344D9C6-0A47-DE9C-2B43-35CAC1B8C29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B6DD63D-5585-092E-462B-40D4F395929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A08E0D5-F025-4CA6-8047-CC5279CFC47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E8E20AC-3666-6909-38F7-765CA1A29AD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5324DB3-96D0-7271-3080-7B22FB8EBAE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9417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8C7702-4AB9-6AF2-AA14-A8AEE28590F5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12851-4B00-A2FC-D330-26DD6448C7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B61E9-5EDC-5E42-C977-DDA4FE974F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9C8AA-3F54-6A0C-D8D6-D064C14274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942418-E42B-6C47-1193-A2F0670D0B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21EF12-C48E-6C24-4A45-983392CF00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121CF3-231D-837B-696C-A3679C4C2C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ABF97F-1A5E-D5ED-0B61-C1F55C1AE7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7B2AA43-9509-C262-0CE0-C459BCFAC2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2DF3DB-BA69-E942-2ED4-AE52D73D033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0338BA3-09FC-6422-2710-E342231B08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72550916-8B83-CDE4-1B25-06A6B5A75946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93A8BD-1721-0C57-1EEE-0B9BF7772E4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21B238D-1EA8-F016-24BE-AB6C8354CD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7B5012-75ED-3001-705B-12033EF4DA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2653069-7D36-324F-DE55-BDF7166EEB7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E7F920F-4F70-5C2E-8C5A-01306254804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4BE054-3320-B8A8-C353-D2D992DD4B0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36E9F5D-FDFA-55E7-EB3B-30722E20F4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0F00F11-6175-E157-24A4-B91D0760C2F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1E12A91-FB5D-4C04-5987-4ED9A1C8454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62AE803-B67C-95C0-BCEF-E353B9C61C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7431AC2-444A-0E60-C2AC-968E562871E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0A9857D-9149-A7C2-5D32-0BEB274BB15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41432AF-D134-D622-D17C-9517CC2F5FA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2E9C7A-E269-D7DD-670B-E778B2BB152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1114615-541B-B236-2631-C7EFD10A7BA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1860EA4-CE1F-2F32-0AC2-A5B84E6EA8F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7ADCD93-DED3-22A9-1F88-5BFF82DA77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A61C8AF-171D-531B-7921-F49D6083897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BCA4EC9-8B29-7EDD-3392-B80CBBD6D12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8662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FDA05A-7144-9541-2A5C-91FD2F001161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2CF3-5DF1-6FFF-3F67-04AF345F8B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B5CC4-2DB3-B14B-857A-AA4AF53F2C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B14B-388D-D5E9-FBD1-79E6D722B47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A24B22-FC2A-125A-BFB1-78EDABB4B2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63F41E-3DFA-CC35-D666-1574B2A6F1A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479BCB-D4AF-5EF0-84E1-E391FEDAAF5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5D1073-C288-C89E-34B2-5CB0D991B4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292366-A43A-ACB6-41EF-B0A183B82E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5D66A9-5135-D701-B492-2DEDA9AA594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A7549A-DB08-75B1-1972-5EB99E467A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61D0073-878F-68F2-C287-0E0C7CD56E6F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4B4E47E-910C-73AF-FCD5-B6FDE6A965C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7850E5-DFBD-92DE-78E3-D078693341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CAFF849-55B3-F582-10E0-39BBCB3A7E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219F230-6A64-C71D-CA1D-F2487B8692F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9144EC5-7DC1-1DB3-1030-A486006A8B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0E3F161-831D-1380-2E8C-8D58FA0189A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6A5B9F8-E633-70AA-E123-52FD732D1B7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F170171-92DF-93E3-46E9-1C21DD3CFA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97CCEB-EDD0-932F-64A7-76BB55E3980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C4E9B48-0623-1DA1-96FC-AA428AF6DF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9673C2D-A300-DDD2-360C-C4ED1F59A98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08841BD-66E5-18AD-1526-9A2307DAC10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825841-AE44-CAB5-B45C-7D150ACFC55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9B71A4C-514F-0B5F-14CD-98DA7994712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39B254A-957A-17C2-23EC-164065BAADB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51A01C-7CAA-9DEF-26D2-CAB6435A739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6188A73-7734-3C88-68CD-0B8F2AAD078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CEC971A-A841-091B-68B0-3A58DA9CB7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B324F20-C722-DD90-3337-65060788031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BAB53EF-C1DD-312D-BDDE-8B62E5A1A15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EEE3F99-DDE4-6D54-8F80-33FAA97C740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57B0FEC-F626-7C3B-1AD8-CB7F894089E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B002DBF-381F-0A1B-EAD0-383715D9D36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434CC28-E7CA-F2B4-905C-90028D118B2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65FA432-8CC4-F611-1E31-94933DD2D10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26D437E-9AE3-BF90-9950-45236BF20D0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3BEF245-87CE-4B25-26E4-B4A4A19DD74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8660937-8980-5F3C-3704-620427B0B35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5106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6C5B-05E9-C61A-0218-AC3F0C27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6424-012F-20F8-4B8A-1BD6A8EFB03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1FD0D-9792-93BA-FD43-02AF23FE068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B26C4-C92C-5718-CA23-48DCFA38F7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B195C9-E67A-F303-8B18-6F6C96692B6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E8E26D-2F2F-3848-1785-CFE3E38FD2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992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E9B726-2C14-E007-AEE1-A0B3308B5B1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EF85E-AAD8-3C59-5FC9-BEA5A54723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9B8B7-61D9-66B7-B090-3A68BCD3522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55BFEA-42C9-1E03-27FD-C439476567A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B23B03-44DE-323E-D8EC-87941D1A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4860496-15D8-DBE5-9F5B-36D074C948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79EF07-9924-06C0-A465-CDF5B133588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1265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0FF867E-6926-63AC-C435-A9750BDE915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79984603"/>
              </p:ext>
            </p:extLst>
          </p:nvPr>
        </p:nvGraphicFramePr>
        <p:xfrm>
          <a:off x="552450" y="1476375"/>
          <a:ext cx="11099800" cy="4681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F123D-9933-4ABC-1CD0-A9E6E02CCB6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FAD33-CEC4-FF6A-CEED-6701A17BFAB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708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015381-888D-F11C-D40A-06F9C5DBDDB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63063844"/>
              </p:ext>
            </p:extLst>
          </p:nvPr>
        </p:nvGraphicFramePr>
        <p:xfrm>
          <a:off x="520700" y="1476375"/>
          <a:ext cx="11182350" cy="465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42D31-A355-8639-82CD-8FBC517E88A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80569-A4D4-B347-ACA9-99BBFC69E317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1514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6002F909-CBC9-C280-4ABA-42668BE8F0EF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374432216"/>
              </p:ext>
            </p:extLst>
          </p:nvPr>
        </p:nvGraphicFramePr>
        <p:xfrm>
          <a:off x="5003800" y="706438"/>
          <a:ext cx="6667500" cy="525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96249-60B7-BB35-5BDB-ACB3EA3BF6D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B715C-4F95-49BD-1F1C-0A12CC62EDA2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19CB4-4890-5975-4414-79A789B677A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78319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A57BA0FE-BE2E-EBC1-E8E8-65BBB3A4F7B3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810263014"/>
              </p:ext>
            </p:extLst>
          </p:nvPr>
        </p:nvGraphicFramePr>
        <p:xfrm>
          <a:off x="5003800" y="706438"/>
          <a:ext cx="6629400" cy="5314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95A8E-D363-EF79-9FED-370B54A9CE7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BD7CE-607D-8BA0-76A4-753C6F20CD7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9FB26-A916-78CD-9C84-855F11E3606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8567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Placeholder 7">
                <a:extLst>
                  <a:ext uri="{FF2B5EF4-FFF2-40B4-BE49-F238E27FC236}">
                    <a16:creationId xmlns:a16="http://schemas.microsoft.com/office/drawing/2014/main" id="{B41E94AD-C900-2B48-5730-7B01B4569BEB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3"/>
              </p:nvPr>
            </p:nvGraphicFramePr>
            <p:xfrm>
              <a:off x="5003800" y="706438"/>
              <a:ext cx="6648450" cy="54451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Placeholder 7">
                <a:extLst>
                  <a:ext uri="{FF2B5EF4-FFF2-40B4-BE49-F238E27FC236}">
                    <a16:creationId xmlns:a16="http://schemas.microsoft.com/office/drawing/2014/main" id="{B41E94AD-C900-2B48-5730-7B01B4569B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3800" y="706438"/>
                <a:ext cx="6648450" cy="5445125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6FEE0-C1FA-8BC5-728B-3929CD6F83E2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B08DF-31B8-AEDD-9E4B-785B8197A5B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8F241-5CA2-472A-22E9-3B7EBA5B4D4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7700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Placeholder 7">
                <a:extLst>
                  <a:ext uri="{FF2B5EF4-FFF2-40B4-BE49-F238E27FC236}">
                    <a16:creationId xmlns:a16="http://schemas.microsoft.com/office/drawing/2014/main" id="{DE39646C-09EE-12F0-4585-E3727AD63E97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3"/>
                <p:extLst>
                  <p:ext uri="{D42A27DB-BD31-4B8C-83A1-F6EECF244321}">
                    <p14:modId xmlns:p14="http://schemas.microsoft.com/office/powerpoint/2010/main" val="3208353535"/>
                  </p:ext>
                </p:extLst>
              </p:nvPr>
            </p:nvGraphicFramePr>
            <p:xfrm>
              <a:off x="5003800" y="706438"/>
              <a:ext cx="6629400" cy="54451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Placeholder 7">
                <a:extLst>
                  <a:ext uri="{FF2B5EF4-FFF2-40B4-BE49-F238E27FC236}">
                    <a16:creationId xmlns:a16="http://schemas.microsoft.com/office/drawing/2014/main" id="{DE39646C-09EE-12F0-4585-E3727AD63E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3800" y="706438"/>
                <a:ext cx="6629400" cy="5445125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65E4-5237-5FAC-A830-E773DC7DF47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5DC7C-57D6-76EB-2397-68C2F8CE677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B567F-EBA0-8996-1AD2-E17604B32058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167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Placeholder 10">
            <a:extLst>
              <a:ext uri="{FF2B5EF4-FFF2-40B4-BE49-F238E27FC236}">
                <a16:creationId xmlns:a16="http://schemas.microsoft.com/office/drawing/2014/main" id="{CDD543D4-4950-BB8B-B2D0-5CF5FC85AADB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794127191"/>
              </p:ext>
            </p:extLst>
          </p:nvPr>
        </p:nvGraphicFramePr>
        <p:xfrm>
          <a:off x="4641850" y="1243013"/>
          <a:ext cx="3295650" cy="490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Placeholder 13">
            <a:extLst>
              <a:ext uri="{FF2B5EF4-FFF2-40B4-BE49-F238E27FC236}">
                <a16:creationId xmlns:a16="http://schemas.microsoft.com/office/drawing/2014/main" id="{71EC8703-B5FB-76F7-D830-78F446B54599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811433998"/>
              </p:ext>
            </p:extLst>
          </p:nvPr>
        </p:nvGraphicFramePr>
        <p:xfrm>
          <a:off x="8382000" y="1243013"/>
          <a:ext cx="3294063" cy="490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87386-202F-2A0B-E6B6-2153769222D6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2934A-A990-202C-2FC8-252380F4256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667436-23A2-6126-E7BB-F2C94F7B0BFF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459247-44CC-21D9-4D54-A26CF6E1810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2D474B-7EA1-68D1-1D6C-4AA4D8EB8EDF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2998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1" name="Chart Placeholder 10">
                <a:extLst>
                  <a:ext uri="{FF2B5EF4-FFF2-40B4-BE49-F238E27FC236}">
                    <a16:creationId xmlns:a16="http://schemas.microsoft.com/office/drawing/2014/main" id="{592E1195-72D1-30D6-F361-B0FFC7065141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3"/>
                <p:extLst>
                  <p:ext uri="{D42A27DB-BD31-4B8C-83A1-F6EECF244321}">
                    <p14:modId xmlns:p14="http://schemas.microsoft.com/office/powerpoint/2010/main" val="254430060"/>
                  </p:ext>
                </p:extLst>
              </p:nvPr>
            </p:nvGraphicFramePr>
            <p:xfrm>
              <a:off x="4632325" y="1243013"/>
              <a:ext cx="3295650" cy="49085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1" name="Chart Placeholder 10">
                <a:extLst>
                  <a:ext uri="{FF2B5EF4-FFF2-40B4-BE49-F238E27FC236}">
                    <a16:creationId xmlns:a16="http://schemas.microsoft.com/office/drawing/2014/main" id="{592E1195-72D1-30D6-F361-B0FFC70651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2325" y="1243013"/>
                <a:ext cx="3295650" cy="490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4" name="Chart Placeholder 13">
                <a:extLst>
                  <a:ext uri="{FF2B5EF4-FFF2-40B4-BE49-F238E27FC236}">
                    <a16:creationId xmlns:a16="http://schemas.microsoft.com/office/drawing/2014/main" id="{7C876648-423A-F5DE-6323-D9F6879651F4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5"/>
                <p:extLst>
                  <p:ext uri="{D42A27DB-BD31-4B8C-83A1-F6EECF244321}">
                    <p14:modId xmlns:p14="http://schemas.microsoft.com/office/powerpoint/2010/main" val="3439615570"/>
                  </p:ext>
                </p:extLst>
              </p:nvPr>
            </p:nvGraphicFramePr>
            <p:xfrm>
              <a:off x="8372475" y="1243013"/>
              <a:ext cx="3294063" cy="49085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4" name="Chart Placeholder 13">
                <a:extLst>
                  <a:ext uri="{FF2B5EF4-FFF2-40B4-BE49-F238E27FC236}">
                    <a16:creationId xmlns:a16="http://schemas.microsoft.com/office/drawing/2014/main" id="{7C876648-423A-F5DE-6323-D9F6879651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2475" y="1243013"/>
                <a:ext cx="3294063" cy="490855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0464A-DAE6-7D32-018C-AC7961D7049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5600F-E226-446F-D347-A6126D954A71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B38901-F63D-BBB0-C959-E2DAA9665A91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A92533-1C4D-3FBD-EB8F-92F7E997AF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195D34-FAD5-C1AD-3346-D609FB50EA48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3184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Placeholder 9">
            <a:extLst>
              <a:ext uri="{FF2B5EF4-FFF2-40B4-BE49-F238E27FC236}">
                <a16:creationId xmlns:a16="http://schemas.microsoft.com/office/drawing/2014/main" id="{78D1BC8D-38C2-5E85-AC1B-B67205D2A4D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522879816"/>
              </p:ext>
            </p:extLst>
          </p:nvPr>
        </p:nvGraphicFramePr>
        <p:xfrm>
          <a:off x="552450" y="2100263"/>
          <a:ext cx="5078413" cy="405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3" name="Chart Placeholder 12">
                <a:extLst>
                  <a:ext uri="{FF2B5EF4-FFF2-40B4-BE49-F238E27FC236}">
                    <a16:creationId xmlns:a16="http://schemas.microsoft.com/office/drawing/2014/main" id="{EC2B53A4-6C90-002C-C868-129A3AB2F758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5"/>
              </p:nvPr>
            </p:nvGraphicFramePr>
            <p:xfrm>
              <a:off x="6561138" y="2100263"/>
              <a:ext cx="5091112" cy="40576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3" name="Chart Placeholder 12">
                <a:extLst>
                  <a:ext uri="{FF2B5EF4-FFF2-40B4-BE49-F238E27FC236}">
                    <a16:creationId xmlns:a16="http://schemas.microsoft.com/office/drawing/2014/main" id="{EC2B53A4-6C90-002C-C868-129A3AB2F7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1138" y="2100263"/>
                <a:ext cx="5091112" cy="405765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D2721-EE27-1355-DC6C-ED858B9C463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99643-20D5-8C6D-BA13-7386EC39925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D0D60F-AB1F-DD6A-7D84-0DA7EA61E59A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5EC14E-3D91-9DD8-2E1C-F112902462B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0453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Placeholder 9">
            <a:extLst>
              <a:ext uri="{FF2B5EF4-FFF2-40B4-BE49-F238E27FC236}">
                <a16:creationId xmlns:a16="http://schemas.microsoft.com/office/drawing/2014/main" id="{54835305-EA33-4D73-0FA5-FD0F1FAF9BE6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592099214"/>
              </p:ext>
            </p:extLst>
          </p:nvPr>
        </p:nvGraphicFramePr>
        <p:xfrm>
          <a:off x="552450" y="2100263"/>
          <a:ext cx="5045075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Placeholder 12">
            <a:extLst>
              <a:ext uri="{FF2B5EF4-FFF2-40B4-BE49-F238E27FC236}">
                <a16:creationId xmlns:a16="http://schemas.microsoft.com/office/drawing/2014/main" id="{546A1287-6FC3-7985-0D68-711D85C1AB99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527601659"/>
              </p:ext>
            </p:extLst>
          </p:nvPr>
        </p:nvGraphicFramePr>
        <p:xfrm>
          <a:off x="6561138" y="2100263"/>
          <a:ext cx="5078412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9BD9E-7375-BC21-32ED-EEE0300B7A41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26E8F-5AC0-6D87-6D79-C0E62EABDB9F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041090-D5DA-0814-57E9-B48A39935273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CB5DB0-3330-11A3-E2B4-F1AF66B1AA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24525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33BE738-48BA-36C5-A6B7-DCCEBF47C5E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2ECFBC-CF9D-B43C-081A-258BC26B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A939DD-27EE-7722-4F5F-AB069CC14BA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F1952-98BB-0047-820D-E0BD9B4B0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1777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35A17FF-8CC6-CA94-17ED-F6D327FFE6C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2F7D5-4B31-7C86-2C5B-0F5F9E75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4AA295B-20C4-B81F-CBA6-EF029C26EF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F08D6-AD04-4671-87A0-22F67BEEB8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137841"/>
      </p:ext>
    </p:extLst>
  </p:cSld>
  <p:clrMapOvr>
    <a:masterClrMapping/>
  </p:clrMapOvr>
</p:sld>
</file>

<file path=ppt/theme/theme1.xml><?xml version="1.0" encoding="utf-8"?>
<a:theme xmlns:a="http://schemas.openxmlformats.org/drawingml/2006/main" name="General Slides">
  <a:themeElements>
    <a:clrScheme name="Assembled Media Brand Refresh">
      <a:dk1>
        <a:srgbClr val="0F1D13"/>
      </a:dk1>
      <a:lt1>
        <a:srgbClr val="FFFFFF"/>
      </a:lt1>
      <a:dk2>
        <a:srgbClr val="B5D337"/>
      </a:dk2>
      <a:lt2>
        <a:srgbClr val="EBE9EC"/>
      </a:lt2>
      <a:accent1>
        <a:srgbClr val="008E5E"/>
      </a:accent1>
      <a:accent2>
        <a:srgbClr val="246646"/>
      </a:accent2>
      <a:accent3>
        <a:srgbClr val="15C7C9"/>
      </a:accent3>
      <a:accent4>
        <a:srgbClr val="49C7EB"/>
      </a:accent4>
      <a:accent5>
        <a:srgbClr val="4F8FCB"/>
      </a:accent5>
      <a:accent6>
        <a:srgbClr val="472477"/>
      </a:accent6>
      <a:hlink>
        <a:srgbClr val="9801B5"/>
      </a:hlink>
      <a:folHlink>
        <a:srgbClr val="FD79DB"/>
      </a:folHlink>
    </a:clrScheme>
    <a:fontScheme name="Custom 1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rief Response Slides">
  <a:themeElements>
    <a:clrScheme name="Assembled Media Brand Refresh">
      <a:dk1>
        <a:srgbClr val="0F1D13"/>
      </a:dk1>
      <a:lt1>
        <a:srgbClr val="FFFFFF"/>
      </a:lt1>
      <a:dk2>
        <a:srgbClr val="B5D337"/>
      </a:dk2>
      <a:lt2>
        <a:srgbClr val="EBE9EC"/>
      </a:lt2>
      <a:accent1>
        <a:srgbClr val="008E5E"/>
      </a:accent1>
      <a:accent2>
        <a:srgbClr val="246646"/>
      </a:accent2>
      <a:accent3>
        <a:srgbClr val="15C7C9"/>
      </a:accent3>
      <a:accent4>
        <a:srgbClr val="49C7EB"/>
      </a:accent4>
      <a:accent5>
        <a:srgbClr val="4F8FCB"/>
      </a:accent5>
      <a:accent6>
        <a:srgbClr val="472477"/>
      </a:accent6>
      <a:hlink>
        <a:srgbClr val="9801B5"/>
      </a:hlink>
      <a:folHlink>
        <a:srgbClr val="FD79DB"/>
      </a:folHlink>
    </a:clrScheme>
    <a:fontScheme name="Custom 2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ase Studies">
  <a:themeElements>
    <a:clrScheme name="Assembled Media Brand Refresh">
      <a:dk1>
        <a:srgbClr val="0F1D13"/>
      </a:dk1>
      <a:lt1>
        <a:srgbClr val="FFFFFF"/>
      </a:lt1>
      <a:dk2>
        <a:srgbClr val="B5D337"/>
      </a:dk2>
      <a:lt2>
        <a:srgbClr val="EBE9EC"/>
      </a:lt2>
      <a:accent1>
        <a:srgbClr val="008E5E"/>
      </a:accent1>
      <a:accent2>
        <a:srgbClr val="246646"/>
      </a:accent2>
      <a:accent3>
        <a:srgbClr val="15C7C9"/>
      </a:accent3>
      <a:accent4>
        <a:srgbClr val="49C7EB"/>
      </a:accent4>
      <a:accent5>
        <a:srgbClr val="4F8FCB"/>
      </a:accent5>
      <a:accent6>
        <a:srgbClr val="472477"/>
      </a:accent6>
      <a:hlink>
        <a:srgbClr val="9801B5"/>
      </a:hlink>
      <a:folHlink>
        <a:srgbClr val="FD79DB"/>
      </a:folHlink>
    </a:clrScheme>
    <a:fontScheme name="Assembled Media Fonts">
      <a:majorFont>
        <a:latin typeface="Rethink Sans Medium"/>
        <a:ea typeface=""/>
        <a:cs typeface=""/>
      </a:majorFont>
      <a:minorFont>
        <a:latin typeface="Rethin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ocial Elements">
  <a:themeElements>
    <a:clrScheme name="Assembled Media Brand Refresh">
      <a:dk1>
        <a:srgbClr val="0F1D13"/>
      </a:dk1>
      <a:lt1>
        <a:srgbClr val="FFFFFF"/>
      </a:lt1>
      <a:dk2>
        <a:srgbClr val="B5D337"/>
      </a:dk2>
      <a:lt2>
        <a:srgbClr val="EBE9EC"/>
      </a:lt2>
      <a:accent1>
        <a:srgbClr val="008E5E"/>
      </a:accent1>
      <a:accent2>
        <a:srgbClr val="246646"/>
      </a:accent2>
      <a:accent3>
        <a:srgbClr val="15C7C9"/>
      </a:accent3>
      <a:accent4>
        <a:srgbClr val="49C7EB"/>
      </a:accent4>
      <a:accent5>
        <a:srgbClr val="4F8FCB"/>
      </a:accent5>
      <a:accent6>
        <a:srgbClr val="472477"/>
      </a:accent6>
      <a:hlink>
        <a:srgbClr val="9801B5"/>
      </a:hlink>
      <a:folHlink>
        <a:srgbClr val="FD79DB"/>
      </a:folHlink>
    </a:clrScheme>
    <a:fontScheme name="Assembled Media Fonts">
      <a:majorFont>
        <a:latin typeface="Rethink Sans Medium"/>
        <a:ea typeface=""/>
        <a:cs typeface=""/>
      </a:majorFont>
      <a:minorFont>
        <a:latin typeface="Rethin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ustom Design">
  <a:themeElements>
    <a:clrScheme name="Assembled Media Brand Refresh">
      <a:dk1>
        <a:srgbClr val="0F1D13"/>
      </a:dk1>
      <a:lt1>
        <a:srgbClr val="FFFFFF"/>
      </a:lt1>
      <a:dk2>
        <a:srgbClr val="B5D337"/>
      </a:dk2>
      <a:lt2>
        <a:srgbClr val="EBE9EC"/>
      </a:lt2>
      <a:accent1>
        <a:srgbClr val="008E5E"/>
      </a:accent1>
      <a:accent2>
        <a:srgbClr val="246646"/>
      </a:accent2>
      <a:accent3>
        <a:srgbClr val="15C7C9"/>
      </a:accent3>
      <a:accent4>
        <a:srgbClr val="49C7EB"/>
      </a:accent4>
      <a:accent5>
        <a:srgbClr val="4F8FCB"/>
      </a:accent5>
      <a:accent6>
        <a:srgbClr val="472477"/>
      </a:accent6>
      <a:hlink>
        <a:srgbClr val="9801B5"/>
      </a:hlink>
      <a:folHlink>
        <a:srgbClr val="FD79DB"/>
      </a:folHlink>
    </a:clrScheme>
    <a:fontScheme name="Assembled Media Fonts">
      <a:majorFont>
        <a:latin typeface="Rethink Sans Medium"/>
        <a:ea typeface=""/>
        <a:cs typeface=""/>
      </a:majorFont>
      <a:minorFont>
        <a:latin typeface="Rethin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6B94D995A42640B1D27FC3BF299C91" ma:contentTypeVersion="9" ma:contentTypeDescription="Create a new document." ma:contentTypeScope="" ma:versionID="1b149c83c70598223c8beac99bc7a026">
  <xsd:schema xmlns:xsd="http://www.w3.org/2001/XMLSchema" xmlns:xs="http://www.w3.org/2001/XMLSchema" xmlns:p="http://schemas.microsoft.com/office/2006/metadata/properties" xmlns:ns3="15aa7895-c390-46cb-b141-fc549d29800f" xmlns:ns4="dbd10e3a-e287-46ab-bab2-6b7a09933f4a" targetNamespace="http://schemas.microsoft.com/office/2006/metadata/properties" ma:root="true" ma:fieldsID="a64ff0388bba6587cd61b52465d0007a" ns3:_="" ns4:_="">
    <xsd:import namespace="15aa7895-c390-46cb-b141-fc549d29800f"/>
    <xsd:import namespace="dbd10e3a-e287-46ab-bab2-6b7a09933f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aa7895-c390-46cb-b141-fc549d29800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10e3a-e287-46ab-bab2-6b7a09933f4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5aa7895-c390-46cb-b141-fc549d29800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6053CA-191C-4493-AF25-B9BA74EF0ECA}">
  <ds:schemaRefs>
    <ds:schemaRef ds:uri="15aa7895-c390-46cb-b141-fc549d29800f"/>
    <ds:schemaRef ds:uri="dbd10e3a-e287-46ab-bab2-6b7a09933f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045A90-CB7D-4886-BCEA-6EC0708D6777}">
  <ds:schemaRefs>
    <ds:schemaRef ds:uri="http://schemas.microsoft.com/office/2006/documentManagement/types"/>
    <ds:schemaRef ds:uri="http://schemas.openxmlformats.org/package/2006/metadata/core-properties"/>
    <ds:schemaRef ds:uri="dbd10e3a-e287-46ab-bab2-6b7a09933f4a"/>
    <ds:schemaRef ds:uri="http://purl.org/dc/terms/"/>
    <ds:schemaRef ds:uri="http://purl.org/dc/elements/1.1/"/>
    <ds:schemaRef ds:uri="http://schemas.microsoft.com/office/infopath/2007/PartnerControls"/>
    <ds:schemaRef ds:uri="15aa7895-c390-46cb-b141-fc549d29800f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0723EDC-6AEC-4B97-B791-F98CB4E726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3069</TotalTime>
  <Words>118</Words>
  <Application>Microsoft Office PowerPoint</Application>
  <PresentationFormat>Widescreen</PresentationFormat>
  <Paragraphs>33</Paragraphs>
  <Slides>117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117</vt:i4>
      </vt:variant>
    </vt:vector>
  </HeadingPairs>
  <TitlesOfParts>
    <vt:vector size="132" baseType="lpstr">
      <vt:lpstr>Aptos</vt:lpstr>
      <vt:lpstr>Aptos SemiBold</vt:lpstr>
      <vt:lpstr>Arial</vt:lpstr>
      <vt:lpstr>Calibri</vt:lpstr>
      <vt:lpstr>Helvetica</vt:lpstr>
      <vt:lpstr>Helvetica Neue Medium</vt:lpstr>
      <vt:lpstr>Merriweather 120pt SemiCondense</vt:lpstr>
      <vt:lpstr>Rethink Sans</vt:lpstr>
      <vt:lpstr>Rethink Sans Medium</vt:lpstr>
      <vt:lpstr>Rethink Sans SemiBold</vt:lpstr>
      <vt:lpstr>General Slides</vt:lpstr>
      <vt:lpstr>Brief Response Slides</vt:lpstr>
      <vt:lpstr>Case Studies</vt:lpstr>
      <vt:lpstr>Social Elements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Fitzpatrick</dc:creator>
  <cp:lastModifiedBy>Sophie Morris</cp:lastModifiedBy>
  <cp:revision>4</cp:revision>
  <dcterms:created xsi:type="dcterms:W3CDTF">2025-07-08T20:55:45Z</dcterms:created>
  <dcterms:modified xsi:type="dcterms:W3CDTF">2025-11-17T23:58:18Z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0x0101005C6B94D995A42640B1D27FC3BF299C91</vt:lpwstr>
  </property>
</Properties>
</file>